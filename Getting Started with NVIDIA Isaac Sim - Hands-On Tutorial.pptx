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49" r:id="rId2"/>
    <p:sldMasterId id="2147483650" r:id="rId3"/>
  </p:sldMasterIdLst>
  <p:notesMasterIdLst>
    <p:notesMasterId r:id="rId3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696"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c6910a310d149efe" providerId="LiveId" clId="{B52515BD-7E5B-415E-A489-2EA088AFEC05}"/>
    <pc:docChg chg="custSel modSld">
      <pc:chgData name="" userId="c6910a310d149efe" providerId="LiveId" clId="{B52515BD-7E5B-415E-A489-2EA088AFEC05}" dt="2026-10-01T04:46:12.879" v="233" actId="20577"/>
      <pc:docMkLst>
        <pc:docMk/>
      </pc:docMkLst>
      <pc:sldChg chg="modSp">
        <pc:chgData name="" userId="c6910a310d149efe" providerId="LiveId" clId="{B52515BD-7E5B-415E-A489-2EA088AFEC05}" dt="2026-10-01T04:46:12.879" v="233" actId="20577"/>
        <pc:sldMkLst>
          <pc:docMk/>
          <pc:sldMk cId="0" sldId="272"/>
        </pc:sldMkLst>
        <pc:spChg chg="mod">
          <ac:chgData name="" userId="c6910a310d149efe" providerId="LiveId" clId="{B52515BD-7E5B-415E-A489-2EA088AFEC05}" dt="2026-10-01T04:46:12.879" v="233" actId="20577"/>
          <ac:spMkLst>
            <pc:docMk/>
            <pc:sldMk cId="0" sldId="272"/>
            <ac:spMk id="2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Notes Master 1">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lvl="0"/>
            <a:r>
              <a:rPr lang="en-US">
                <a:solidFill>
                  <a:schemeClr val="tx1"/>
                </a:solidFill>
              </a:rPr>
              <a:t>Click to edit Master text styles</a:t>
            </a:r>
          </a:p>
          <a:p>
            <a:pPr lvl="1"/>
            <a:r>
              <a:rPr lang="en-US">
                <a:solidFill>
                  <a:schemeClr val="tx1"/>
                </a:solidFill>
              </a:rPr>
              <a:t>Second level</a:t>
            </a:r>
          </a:p>
          <a:p>
            <a:pPr lvl="2"/>
            <a:r>
              <a:rPr lang="en-US">
                <a:solidFill>
                  <a:schemeClr val="tx1"/>
                </a:solidFill>
              </a:rPr>
              <a:t>Third level</a:t>
            </a:r>
          </a:p>
          <a:p>
            <a:pPr lvl="3"/>
            <a:r>
              <a:rPr lang="en-US">
                <a:solidFill>
                  <a:schemeClr val="tx1"/>
                </a:solidFill>
              </a:rPr>
              <a:t>Fourth level</a:t>
            </a:r>
          </a:p>
          <a:p>
            <a:pPr lvl="4"/>
            <a:r>
              <a:rPr lang="en-US">
                <a:solidFill>
                  <a:schemeClr val="tx1"/>
                </a:solidFill>
              </a:rPr>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name="Notes Slide 1">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Welcome to this hands-on Isaac Sim tutorial. By the end of this deck, you will have built a robot from scratch, imported a real robot (Carter), generated synthetic data, and deployed to Jetson. No prior Isaac Sim experience required. Follow every click and command exactly as shown.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name="Notes Slide 2">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This deck follows the official NVIDIA learning path. Each module builds on the previous one. We start from zero — no Isaac Sim experience needed. Module 1 is the most hands-on: you will literally create a robot cube by cube.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name="Notes Slide 3">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Isaac Sim is built on Omniverse, which requires NVIDIA RTX hardware for ray tracing. If you only have an older GPU, you can still run it but performance will be poor. The cloud + WebRTC path is a great alternative.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name="Notes Slide 4">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First launch takes 2-5 minutes while it shaders compile. If you see a blank viewport, that is normal — we will add objects in Module 1. The ./isaac-sim.sh script launches the full GUI. For headless or remote modes, see the WebRTC appendix.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name="Notes Slide 5">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The workflow is: PuTTY SSH into the GPU server, launch the streaming script in that terminal, then use the NVIDIA Streaming Client desktop app on your laptop to connect. Do NOT use a browser or RDP — NVIDIA's own streaming client is the only reliable remote method.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name="Notes Slide 6">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This is the default Isaac Sim dark theme. The Stage panel on the right-top lists scene objects; Property panel below edits the selected object; center viewport is where you navigate in 3D; bottom Content Browser is where you drag in new assets. Panels can be rearranged by dragging their tabs.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name="Notes Slide 7">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Spend 2 minutes practicing camera controls. This is the most basic skill. Orbit by left-dragging, pan by right-dragging, zoom with the wheel. The Stage panel is where we will see every object we create.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name="Notes Slide 8">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This is the most hands-on module. Every click matters. Follow each step exactly. At the end, you will press Play and your robot will roll on its own.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name="Notes Slide 9">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The chassis cube stays at origin inside the SimpleRobot Xform. The Xform lifts the whole robot 1 meter up. Scale is 2x1x0.5 meters. Do NOT set the cube itself to Z=50 — that was wrong.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name="Notes Slide 10">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The tutorial uses "Rigid Body with Colliders Preset" (right-click menu), not the Create menu. This preset adds both a physics rigid body and a collision mesh. The cube currently has no ground to rest 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name="Notes Slide 11">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The cube starts at Z=1 (1 meter above ground), not Z=50. Press Play, watch it fall 1 meter and land. This confirms physics is set up correctly before building the full robot.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name="Notes Slide 12">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Per NVIDIA tutorial: wheel translation is (0.5, 0.75, 0), not (0.75, 0.75, 0). All wheels must be children of SimpleRobot. After adding Rigid Body, press Play to confirm wheels fall independently — this proves they are separate rigid bodies before joints are added.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name="Notes Slide 13">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Strictly per NVIDIA tutorial: only Axis=Y, Local Rotation 0=(0,0,0), Local Rotation 1=(-90,0,0) are set manually. Local Position is auto-computed by selecting Cube first then Ctrl+wheel. Do NOT manually edit Local Position. If wheels snap to center, delete joint and recreate with correct selection order.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name="Notes Slide 14">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In Isaac Sim 5.x, Articulation Root is not a checkbox under Rigid Body. Select the chassis prim, then click + Add in the Property panel and choose Physics &gt; Articulation Root. This tells the physics engine to treat chassis + wheels as one connected mechanism.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name="Notes Slide 15">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The Differential Controller is the brain that converts "go forward at 0.5 m/s, turn left" into left/right wheel commands. After adding it, press Play and use WASD. Your robot should move. This completes Module 1's core build.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name="Notes Slide 16">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Sensors make the robot perceive its world. The camera publishes RGB images, the lidar publishes 3D point clouds. Both go through the ROS 2 Bridge so you can see them in ROS 2 topics. This is the same pipeline real robots use.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name="Notes Slide 17">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290763" y="512763"/>
            <a:ext cx="4562475"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algn="l">
              <a:lnSpc>
                <a:spcPct val="100000"/>
              </a:lnSpc>
            </a:pPr>
            <a:r>
              <a:rPr sz="1400" b="0" i="0" u="none" strike="noStrike" spc="0">
                <a:solidFill>
                  <a:srgbClr val="000000"/>
                </a:solidFill>
                <a:latin typeface="Arial"/>
                <a:ea typeface="Arial"/>
                <a:cs typeface="Arial"/>
                <a:sym typeface="Arial"/>
              </a:rPr>
              <a:t>Official NVIDIA tutorial section "Accessing Data". The lidar ActionGraph uses 4 nodes. TopicName=scan_lidar and FrameID=sim_lidar must match between Isaac Sim and RViz Fixed Frame. Camera RGB uses the ROS2 Camera Helper node.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name="Notes Slide 18">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Building from cubes is educational but slow. Real robots use URDF (Unified Robot Description Format). We will import NVIDIA's Carter robot — a real differential-drive research platform.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name="Notes Slide 19">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The URDF importer converts the XML description into USD (Isaac Sim's native format). It creates links as meshes and joints as physics joints automatically. The Carter robot comes with a camera and lidar already modeled.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name="Notes Slide 20">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Real-world AI training needs millions of labeled images. Synthetic data generation creates them in simulation: the camera renders the scene, and the labels come for free because the simulator knows exactly what is in the scene.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name="Notes Slide 21">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Replicator is NVIDIA's synthetic data toolkit. The key insight is that labels come for free: the simulator knows what every object is, so it can write the bounding box coordinates directly. Domain randomization ensures the model generalizes to real cameras.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name="Notes Slide 22">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SIL means your control software runs against the simulated robot, not the real one. This lets you test algorithms safely before deploying to hardware.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name="Notes Slide 23">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OmniGraph is the visual node editor for simple data flows. Python scripting is for complex logic. Both run inside the simulation. The segmentation demo shows how AI perception works end-to-end: camera input &gt; model inference &gt; bounding box output.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name="Notes Slide 24">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HIL means the simulated robot talks to real hardware (or vice versa). The Jetson runs Isaac ROS, and the simulation acts as the robot's body. This lets you test ROS 2 nodes against a real compute board.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name="Notes Slide 25">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The key insight: ROS 2 DDS networking means the sim and the Jetson don't need a special connection — they just need to be on the same network and use the same ROS_DOMAIN_ID. Topics flow automatically.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name="Notes Slide 26">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sz="quarter" idx="2"/>
          </p:nvPr>
        </p:nvSpPr>
        <p:spPr>
          <a:xfrm>
            <a:off x="2857500" y="512763"/>
            <a:ext cx="3429000" cy="2566987"/>
          </a:xfrm>
          <a:prstGeom prst="rect">
            <a:avLst/>
          </a:prstGeom>
          <a:noFill/>
          <a:ln w="12700">
            <a:solidFill>
              <a:srgbClr val="000000"/>
            </a:solidFill>
          </a:ln>
        </p:spPr>
        <p:txBody>
          <a:bodyPr vert="horz" lIns="91440" tIns="45720" rIns="91440" bIns="45720" rtlCol="0" anchor="ctr"/>
          <a:lstStyle/>
          <a:p>
            <a:endParaRPr lang="cs-CZ"/>
          </a:p>
        </p:txBody>
      </p:sp>
      <p:sp>
        <p:nvSpPr>
          <p:cNvPr id="5" name="Notes Placeholder 4"/>
          <p:cNvSpPr>
            <a:spLocks noGrp="1"/>
          </p:cNvSpPr>
          <p:nvPr>
            <p:ph type="body" sz="quarter" idx="3" hasCustomPrompt="1"/>
          </p:nvPr>
        </p:nvSpPr>
        <p:spPr>
          <a:xfrm>
            <a:off x="914400" y="3251200"/>
            <a:ext cx="7315200" cy="3081338"/>
          </a:xfrm>
          <a:prstGeom prst="rect">
            <a:avLst/>
          </a:prstGeom>
        </p:spPr>
        <p:txBody>
          <a:bodyPr vert="horz" lIns="91440" tIns="45720" rIns="91440" bIns="45720" rtlCol="0"/>
          <a:lstStyle/>
          <a:p>
            <a:pPr marL="0" algn="l" defTabSz="914400">
              <a:lnSpc>
                <a:spcPct val="100000"/>
              </a:lnSpc>
            </a:pPr>
            <a:r>
              <a:rPr lang="en-US" sz="1400" b="0" i="0" u="none" strike="noStrike" spc="0">
                <a:solidFill>
                  <a:srgbClr val="000000"/>
                </a:solidFill>
                <a:latin typeface="Arial"/>
                <a:ea typeface="Arial"/>
                <a:cs typeface="Arial"/>
                <a:sym typeface="Arial"/>
              </a:rPr>
              <a:t>Congratulations! You have completed the official NVIDIA Isaac Sim learning path. You built, imported, simulated, generated data, and deployed. The next step is to apply this to your own robot and research project.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hasCustomPrompt="1"/>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&lt;#&gt;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preserve="1">
  <p:cSld name="TITLE">
    <p:spTree>
      <p:nvGrpSpPr>
        <p:cNvPr id="1" name=""/>
        <p:cNvGrpSpPr/>
        <p:nvPr/>
      </p:nvGrpSpPr>
      <p:grpSpPr>
        <a:xfrm>
          <a:off x="0" y="0"/>
          <a:ext cx="0" cy="0"/>
          <a:chOff x="0" y="0"/>
          <a:chExt cx="0" cy="0"/>
        </a:xfrm>
      </p:grpSpPr>
      <p:sp>
        <p:nvSpPr>
          <p:cNvPr id="2" name="Text Box 1"/>
          <p:cNvSpPr txBox="1">
            <a:spLocks noGrp="1"/>
          </p:cNvSpPr>
          <p:nvPr>
            <p:ph type="title" sz="quarter" hasCustomPrompt="1"/>
          </p:nvPr>
        </p:nvSpPr>
        <p:spPr>
          <a:xfrm>
            <a:off x="1143000" y="841772"/>
            <a:ext cx="6858000" cy="1790700"/>
          </a:xfrm>
          <a:prstGeom prst="rect">
            <a:avLst/>
          </a:prstGeom>
          <a:noFill/>
          <a:ln w="12700">
            <a:noFill/>
          </a:ln>
        </p:spPr>
        <p:txBody>
          <a:bodyPr wrap="square" lIns="68575" tIns="34275" rIns="68575" bIns="34275" rtlCol="0" anchor="b">
            <a:normAutofit/>
          </a:bodyPr>
          <a:lstStyle>
            <a:lvl1pPr algn="ctr">
              <a:lnSpc>
                <a:spcPct val="90000"/>
              </a:lnSpc>
              <a:buNone/>
              <a:defRPr sz="4500"/>
            </a:lvl1pPr>
          </a:lstStyle>
          <a:p>
            <a:pPr marR="0" algn="ctr">
              <a:lnSpc>
                <a:spcPct val="90000"/>
              </a:lnSpc>
            </a:pPr>
            <a:r>
              <a:rPr lang="en-US" sz="4500" b="0" i="0" u="none" strike="noStrike" spc="0">
                <a:solidFill>
                  <a:srgbClr val="000000"/>
                </a:solidFill>
                <a:latin typeface="Arial"/>
                <a:ea typeface="Arial"/>
                <a:cs typeface="Arial"/>
                <a:sym typeface="Arial"/>
              </a:rPr>
              <a:t>单击此处添加标题</a:t>
            </a:r>
          </a:p>
        </p:txBody>
      </p:sp>
      <p:sp>
        <p:nvSpPr>
          <p:cNvPr id="3" name="Text Box 2"/>
          <p:cNvSpPr txBox="1">
            <a:spLocks noGrp="1"/>
          </p:cNvSpPr>
          <p:nvPr>
            <p:ph type="subTitle" sz="quarter" idx="1" hasCustomPrompt="1"/>
          </p:nvPr>
        </p:nvSpPr>
        <p:spPr>
          <a:xfrm>
            <a:off x="1143000" y="2701528"/>
            <a:ext cx="6858000" cy="1241821"/>
          </a:xfrm>
          <a:prstGeom prst="rect">
            <a:avLst/>
          </a:prstGeom>
          <a:noFill/>
          <a:ln w="12700">
            <a:noFill/>
          </a:ln>
        </p:spPr>
        <p:txBody>
          <a:bodyPr wrap="square" lIns="68575" tIns="34275" rIns="68575" bIns="34275" rtlCol="0" anchor="t">
            <a:normAutofit/>
          </a:bodyPr>
          <a:lstStyle>
            <a:lvl1pPr algn="ctr">
              <a:lnSpc>
                <a:spcPct val="90000"/>
              </a:lnSpc>
              <a:buNone/>
              <a:defRPr sz="1800"/>
            </a:lvl1pPr>
          </a:lstStyle>
          <a:p>
            <a:pPr marL="457200" marR="0" indent="-361950" algn="ctr">
              <a:lnSpc>
                <a:spcPct val="90000"/>
              </a:lnSpc>
              <a:spcBef>
                <a:spcPts val="800"/>
              </a:spcBef>
            </a:pPr>
            <a:r>
              <a:rPr lang="en-US" sz="1800" b="0" i="0" u="none" strike="noStrike" spc="0">
                <a:solidFill>
                  <a:srgbClr val="000000"/>
                </a:solidFill>
                <a:latin typeface="Arial"/>
                <a:ea typeface="Arial"/>
                <a:cs typeface="Arial"/>
                <a:sym typeface="Arial"/>
              </a:rPr>
              <a:t>单击此处添加副标题</a:t>
            </a:r>
          </a:p>
        </p:txBody>
      </p:sp>
      <p:sp>
        <p:nvSpPr>
          <p:cNvPr id="4" name="Text Box 3"/>
          <p:cNvSpPr txBox="1">
            <a:spLocks noGrp="1"/>
          </p:cNvSpPr>
          <p:nvPr>
            <p:ph type="body" sz="quarter" idx="10"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a:lvl1pPr>
          </a:lstStyle>
          <a:p>
            <a:pPr marR="0" algn="l">
              <a:lnSpc>
                <a:spcPct val="100000"/>
              </a:lnSpc>
            </a:pPr>
            <a:r>
              <a:rPr lang="en-US" sz="900" b="0" i="0" u="none" strike="noStrike" spc="0">
                <a:solidFill>
                  <a:srgbClr val="888888"/>
                </a:solidFill>
                <a:latin typeface="Arial"/>
                <a:ea typeface="Arial"/>
                <a:cs typeface="Arial"/>
                <a:sym typeface="Arial"/>
              </a:rPr>
              <a:t>日期</a:t>
            </a:r>
          </a:p>
        </p:txBody>
      </p:sp>
      <p:sp>
        <p:nvSpPr>
          <p:cNvPr id="5" name="Text Box 4"/>
          <p:cNvSpPr txBox="1">
            <a:spLocks noGrp="1"/>
          </p:cNvSpPr>
          <p:nvPr>
            <p:ph type="body" sz="quarter" idx="11"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a:lvl1pPr>
          </a:lstStyle>
          <a:p>
            <a:pPr marR="0" algn="ctr">
              <a:lnSpc>
                <a:spcPct val="100000"/>
              </a:lnSpc>
            </a:pPr>
            <a:r>
              <a:rPr lang="en-US" sz="900" b="0" i="0" u="none" strike="noStrike" spc="0">
                <a:solidFill>
                  <a:srgbClr val="888888"/>
                </a:solidFill>
                <a:latin typeface="Arial"/>
                <a:ea typeface="Arial"/>
                <a:cs typeface="Arial"/>
                <a:sym typeface="Arial"/>
              </a:rPr>
              <a:t>页脚</a:t>
            </a:r>
          </a:p>
        </p:txBody>
      </p:sp>
      <p:sp>
        <p:nvSpPr>
          <p:cNvPr id="6" name="Text Box 5"/>
          <p:cNvSpPr txBox="1">
            <a:spLocks noGrp="1"/>
          </p:cNvSpPr>
          <p:nvPr>
            <p:ph type="body" sz="quarter" idx="12"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D45EEEBF-4498-4110-B9DE-487E5CA78EAD}" type="slidenum">
              <a:rPr lang="zh-CN" sz="900" b="0" i="0" u="none" strike="noStrike" spc="0">
                <a:solidFill>
                  <a:srgbClr val="888888"/>
                </a:solidFill>
                <a:latin typeface="Arial"/>
                <a:ea typeface="Arial"/>
                <a:cs typeface="Arial"/>
                <a:sym typeface="Arial"/>
              </a:rPr>
              <a:t>‹#›</a:t>
            </a:fld>
            <a:endParaRPr lang="zh-CN"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BJECT" preserve="1">
  <p:cSld name="OBJECT">
    <p:spTree>
      <p:nvGrpSpPr>
        <p:cNvPr id="1" name=""/>
        <p:cNvGrpSpPr/>
        <p:nvPr/>
      </p:nvGrpSpPr>
      <p:grpSpPr>
        <a:xfrm>
          <a:off x="0" y="0"/>
          <a:ext cx="0" cy="0"/>
          <a:chOff x="0" y="0"/>
          <a:chExt cx="0" cy="0"/>
        </a:xfrm>
      </p:grpSpPr>
      <p:sp>
        <p:nvSpPr>
          <p:cNvPr id="2" name="Text Box 1"/>
          <p:cNvSpPr txBox="1">
            <a:spLocks noGrp="1"/>
          </p:cNvSpPr>
          <p:nvPr>
            <p:ph type="title" sz="quarter" hasCustomPrompt="1"/>
          </p:nvPr>
        </p:nvSpPr>
        <p:spPr>
          <a:xfrm>
            <a:off x="628650" y="273844"/>
            <a:ext cx="7886700" cy="994172"/>
          </a:xfrm>
          <a:prstGeom prst="rect">
            <a:avLst/>
          </a:prstGeom>
        </p:spPr>
        <p:txBody>
          <a:bodyPr wrap="square" lIns="68575" tIns="34275" rIns="68575" bIns="34275" rtlCol="0" anchor="ctr">
            <a:normAutofit/>
          </a:bodyPr>
          <a:lstStyle>
            <a:lvl1pPr algn="l">
              <a:lnSpc>
                <a:spcPct val="90000"/>
              </a:lnSpc>
              <a:buNone/>
              <a:defRPr sz="3300"/>
            </a:lvl1pPr>
          </a:lstStyle>
          <a:p>
            <a:pPr marR="0" algn="l">
              <a:lnSpc>
                <a:spcPct val="90000"/>
              </a:lnSpc>
            </a:pPr>
            <a:r>
              <a:rPr lang="en-US" sz="3300" b="0" i="0" u="none" strike="noStrike" spc="0">
                <a:solidFill>
                  <a:srgbClr val="000000"/>
                </a:solidFill>
                <a:latin typeface="Arial"/>
                <a:ea typeface="Arial"/>
                <a:cs typeface="Arial"/>
                <a:sym typeface="Arial"/>
              </a:rPr>
              <a:t>单击此处添加标题</a:t>
            </a:r>
          </a:p>
        </p:txBody>
      </p:sp>
      <p:sp>
        <p:nvSpPr>
          <p:cNvPr id="3" name="Text Box 2"/>
          <p:cNvSpPr txBox="1">
            <a:spLocks noGrp="1"/>
          </p:cNvSpPr>
          <p:nvPr>
            <p:ph type="body" sz="quarter" idx="1" hasCustomPrompt="1"/>
          </p:nvPr>
        </p:nvSpPr>
        <p:spPr>
          <a:xfrm>
            <a:off x="628650" y="1369219"/>
            <a:ext cx="7886700" cy="3263504"/>
          </a:xfrm>
          <a:prstGeom prst="rect">
            <a:avLst/>
          </a:prstGeom>
        </p:spPr>
        <p:txBody>
          <a:bodyPr wrap="square" lIns="68575" tIns="34275" rIns="68575" bIns="34275" rtlCol="0" anchor="t">
            <a:normAutofit/>
          </a:bodyPr>
          <a:lstStyle>
            <a:lvl1pPr algn="l">
              <a:lnSpc>
                <a:spcPct val="90000"/>
              </a:lnSpc>
              <a:buNone/>
              <a:defRPr sz="2100"/>
            </a:lvl1pPr>
          </a:lstStyle>
          <a:p>
            <a:pPr marL="457200" marR="0" indent="-317500" algn="l">
              <a:lnSpc>
                <a:spcPct val="90000"/>
              </a:lnSpc>
              <a:spcBef>
                <a:spcPts val="800"/>
              </a:spcBef>
            </a:pPr>
            <a:r>
              <a:rPr lang="en-US" sz="2100" b="0" i="0" u="none" strike="noStrike" spc="0">
                <a:solidFill>
                  <a:srgbClr val="000000"/>
                </a:solidFill>
                <a:latin typeface="Arial"/>
                <a:ea typeface="Arial"/>
                <a:cs typeface="Arial"/>
                <a:sym typeface="Arial"/>
              </a:rPr>
              <a:t>单击此处添加文本</a:t>
            </a:r>
          </a:p>
        </p:txBody>
      </p:sp>
      <p:sp>
        <p:nvSpPr>
          <p:cNvPr id="4" name="Text Box 3"/>
          <p:cNvSpPr txBox="1">
            <a:spLocks noGrp="1"/>
          </p:cNvSpPr>
          <p:nvPr>
            <p:ph type="body" sz="quarter" idx="10"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a:lvl1pPr>
          </a:lstStyle>
          <a:p>
            <a:pPr marR="0" algn="l">
              <a:lnSpc>
                <a:spcPct val="100000"/>
              </a:lnSpc>
            </a:pPr>
            <a:r>
              <a:rPr lang="en-US" sz="900" b="0" i="0" u="none" strike="noStrike" spc="0">
                <a:solidFill>
                  <a:srgbClr val="888888"/>
                </a:solidFill>
                <a:latin typeface="Arial"/>
                <a:ea typeface="Arial"/>
                <a:cs typeface="Arial"/>
                <a:sym typeface="Arial"/>
              </a:rPr>
              <a:t>日期</a:t>
            </a:r>
          </a:p>
        </p:txBody>
      </p:sp>
      <p:sp>
        <p:nvSpPr>
          <p:cNvPr id="5" name="Text Box 4"/>
          <p:cNvSpPr txBox="1">
            <a:spLocks noGrp="1"/>
          </p:cNvSpPr>
          <p:nvPr>
            <p:ph type="body" sz="quarter" idx="11"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a:lvl1pPr>
          </a:lstStyle>
          <a:p>
            <a:pPr marR="0" algn="ctr">
              <a:lnSpc>
                <a:spcPct val="100000"/>
              </a:lnSpc>
            </a:pPr>
            <a:r>
              <a:rPr lang="en-US" sz="900" b="0" i="0" u="none" strike="noStrike" spc="0">
                <a:solidFill>
                  <a:srgbClr val="888888"/>
                </a:solidFill>
                <a:latin typeface="Arial"/>
                <a:ea typeface="Arial"/>
                <a:cs typeface="Arial"/>
                <a:sym typeface="Arial"/>
              </a:rPr>
              <a:t>页脚</a:t>
            </a:r>
          </a:p>
        </p:txBody>
      </p:sp>
      <p:sp>
        <p:nvSpPr>
          <p:cNvPr id="6" name="Text Box 5"/>
          <p:cNvSpPr txBox="1">
            <a:spLocks noGrp="1"/>
          </p:cNvSpPr>
          <p:nvPr>
            <p:ph type="body" sz="quarter" idx="12"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EB2A845F-7494-42FD-B713-4E9265142806}" type="slidenum">
              <a:rPr lang="zh-CN" sz="900" b="0" i="0" u="none" strike="noStrike" spc="0">
                <a:solidFill>
                  <a:srgbClr val="888888"/>
                </a:solidFill>
                <a:latin typeface="Arial"/>
                <a:ea typeface="Arial"/>
                <a:cs typeface="Arial"/>
                <a:sym typeface="Arial"/>
              </a:rPr>
              <a:t>‹#›</a:t>
            </a:fld>
            <a:endParaRPr lang="zh-CN"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_HEADER" preserve="1">
  <p:cSld name="SECTION_HEADER">
    <p:spTree>
      <p:nvGrpSpPr>
        <p:cNvPr id="1" name=""/>
        <p:cNvGrpSpPr/>
        <p:nvPr/>
      </p:nvGrpSpPr>
      <p:grpSpPr>
        <a:xfrm>
          <a:off x="0" y="0"/>
          <a:ext cx="0" cy="0"/>
          <a:chOff x="0" y="0"/>
          <a:chExt cx="0" cy="0"/>
        </a:xfrm>
      </p:grpSpPr>
      <p:sp>
        <p:nvSpPr>
          <p:cNvPr id="2" name="Text Box 1"/>
          <p:cNvSpPr txBox="1">
            <a:spLocks noGrp="1"/>
          </p:cNvSpPr>
          <p:nvPr>
            <p:ph type="title" sz="quarter" hasCustomPrompt="1"/>
          </p:nvPr>
        </p:nvSpPr>
        <p:spPr>
          <a:xfrm>
            <a:off x="623888" y="1282304"/>
            <a:ext cx="7886700" cy="2139553"/>
          </a:xfrm>
          <a:prstGeom prst="rect">
            <a:avLst/>
          </a:prstGeom>
        </p:spPr>
        <p:txBody>
          <a:bodyPr wrap="square" lIns="68575" tIns="34275" rIns="68575" bIns="34275" rtlCol="0" anchor="b">
            <a:normAutofit/>
          </a:bodyPr>
          <a:lstStyle>
            <a:lvl1pPr algn="l">
              <a:lnSpc>
                <a:spcPct val="90000"/>
              </a:lnSpc>
              <a:buNone/>
              <a:defRPr sz="4500"/>
            </a:lvl1pPr>
          </a:lstStyle>
          <a:p>
            <a:pPr marR="0" algn="l">
              <a:lnSpc>
                <a:spcPct val="90000"/>
              </a:lnSpc>
            </a:pPr>
            <a:r>
              <a:rPr lang="en-US" sz="4500" b="0" i="0" u="none" strike="noStrike" spc="0">
                <a:solidFill>
                  <a:srgbClr val="000000"/>
                </a:solidFill>
                <a:latin typeface="Arial"/>
                <a:ea typeface="Arial"/>
                <a:cs typeface="Arial"/>
                <a:sym typeface="Arial"/>
              </a:rPr>
              <a:t>单击此处添加标题</a:t>
            </a:r>
          </a:p>
        </p:txBody>
      </p:sp>
      <p:sp>
        <p:nvSpPr>
          <p:cNvPr id="3" name="Text Box 2"/>
          <p:cNvSpPr txBox="1">
            <a:spLocks noGrp="1"/>
          </p:cNvSpPr>
          <p:nvPr>
            <p:ph type="body" sz="quarter" idx="1" hasCustomPrompt="1"/>
          </p:nvPr>
        </p:nvSpPr>
        <p:spPr>
          <a:xfrm>
            <a:off x="623888" y="3442097"/>
            <a:ext cx="7886700" cy="1125140"/>
          </a:xfrm>
          <a:prstGeom prst="rect">
            <a:avLst/>
          </a:prstGeom>
        </p:spPr>
        <p:txBody>
          <a:bodyPr wrap="square" lIns="68575" tIns="34275" rIns="68575" bIns="34275" rtlCol="0" anchor="t">
            <a:normAutofit/>
          </a:bodyPr>
          <a:lstStyle>
            <a:lvl1pPr algn="l">
              <a:lnSpc>
                <a:spcPct val="90000"/>
              </a:lnSpc>
              <a:buNone/>
              <a:defRPr sz="1800"/>
            </a:lvl1pPr>
          </a:lstStyle>
          <a:p>
            <a:pPr marL="457200" marR="0" indent="-228600" algn="l">
              <a:lnSpc>
                <a:spcPct val="90000"/>
              </a:lnSpc>
              <a:spcBef>
                <a:spcPts val="800"/>
              </a:spcBef>
            </a:pPr>
            <a:r>
              <a:rPr lang="en-US" sz="1800" b="0" i="0" u="none" strike="noStrike" spc="0">
                <a:solidFill>
                  <a:srgbClr val="888888"/>
                </a:solidFill>
                <a:latin typeface="Arial"/>
                <a:ea typeface="Arial"/>
                <a:cs typeface="Arial"/>
                <a:sym typeface="Arial"/>
              </a:rPr>
              <a:t>单击此处添加文本</a:t>
            </a:r>
          </a:p>
        </p:txBody>
      </p:sp>
      <p:sp>
        <p:nvSpPr>
          <p:cNvPr id="4" name="Text Box 3"/>
          <p:cNvSpPr txBox="1">
            <a:spLocks noGrp="1"/>
          </p:cNvSpPr>
          <p:nvPr>
            <p:ph type="body" sz="quarter" idx="10"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a:lvl1pPr>
          </a:lstStyle>
          <a:p>
            <a:pPr marR="0" algn="l">
              <a:lnSpc>
                <a:spcPct val="100000"/>
              </a:lnSpc>
            </a:pPr>
            <a:r>
              <a:rPr lang="en-US" sz="900" b="0" i="0" u="none" strike="noStrike" spc="0">
                <a:solidFill>
                  <a:srgbClr val="888888"/>
                </a:solidFill>
                <a:latin typeface="Arial"/>
                <a:ea typeface="Arial"/>
                <a:cs typeface="Arial"/>
                <a:sym typeface="Arial"/>
              </a:rPr>
              <a:t>日期</a:t>
            </a:r>
          </a:p>
        </p:txBody>
      </p:sp>
      <p:sp>
        <p:nvSpPr>
          <p:cNvPr id="5" name="Text Box 4"/>
          <p:cNvSpPr txBox="1">
            <a:spLocks noGrp="1"/>
          </p:cNvSpPr>
          <p:nvPr>
            <p:ph type="body" sz="quarter" idx="11"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a:lvl1pPr>
          </a:lstStyle>
          <a:p>
            <a:pPr marR="0" algn="ctr">
              <a:lnSpc>
                <a:spcPct val="100000"/>
              </a:lnSpc>
            </a:pPr>
            <a:r>
              <a:rPr lang="en-US" sz="900" b="0" i="0" u="none" strike="noStrike" spc="0">
                <a:solidFill>
                  <a:srgbClr val="888888"/>
                </a:solidFill>
                <a:latin typeface="Arial"/>
                <a:ea typeface="Arial"/>
                <a:cs typeface="Arial"/>
                <a:sym typeface="Arial"/>
              </a:rPr>
              <a:t>页脚</a:t>
            </a:r>
          </a:p>
        </p:txBody>
      </p:sp>
      <p:sp>
        <p:nvSpPr>
          <p:cNvPr id="6" name="Text Box 5"/>
          <p:cNvSpPr txBox="1">
            <a:spLocks noGrp="1"/>
          </p:cNvSpPr>
          <p:nvPr>
            <p:ph type="body" sz="quarter" idx="12"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D2F34A2B-8D25-411C-89FF-663350B66163}" type="slidenum">
              <a:rPr lang="zh-CN" sz="900" b="0" i="0" u="none" strike="noStrike" spc="0">
                <a:solidFill>
                  <a:srgbClr val="888888"/>
                </a:solidFill>
                <a:latin typeface="Arial"/>
                <a:ea typeface="Arial"/>
                <a:cs typeface="Arial"/>
                <a:sym typeface="Arial"/>
              </a:rPr>
              <a:t>‹#›</a:t>
            </a:fld>
            <a:endParaRPr lang="zh-CN"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_OBJECTS" preserve="1">
  <p:cSld name="TWO_OBJECTS">
    <p:spTree>
      <p:nvGrpSpPr>
        <p:cNvPr id="1" name=""/>
        <p:cNvGrpSpPr/>
        <p:nvPr/>
      </p:nvGrpSpPr>
      <p:grpSpPr>
        <a:xfrm>
          <a:off x="0" y="0"/>
          <a:ext cx="0" cy="0"/>
          <a:chOff x="0" y="0"/>
          <a:chExt cx="0" cy="0"/>
        </a:xfrm>
      </p:grpSpPr>
      <p:sp>
        <p:nvSpPr>
          <p:cNvPr id="2" name="Text Box 1"/>
          <p:cNvSpPr txBox="1">
            <a:spLocks noGrp="1"/>
          </p:cNvSpPr>
          <p:nvPr>
            <p:ph type="title" sz="quarter" hasCustomPrompt="1"/>
          </p:nvPr>
        </p:nvSpPr>
        <p:spPr>
          <a:xfrm>
            <a:off x="628650" y="273844"/>
            <a:ext cx="7886700" cy="994172"/>
          </a:xfrm>
          <a:prstGeom prst="rect">
            <a:avLst/>
          </a:prstGeom>
        </p:spPr>
        <p:txBody>
          <a:bodyPr wrap="square" lIns="68575" tIns="34275" rIns="68575" bIns="34275" rtlCol="0" anchor="ctr">
            <a:normAutofit/>
          </a:bodyPr>
          <a:lstStyle>
            <a:lvl1pPr algn="l">
              <a:lnSpc>
                <a:spcPct val="90000"/>
              </a:lnSpc>
              <a:buNone/>
              <a:defRPr sz="3300"/>
            </a:lvl1pPr>
          </a:lstStyle>
          <a:p>
            <a:pPr marR="0" algn="l">
              <a:lnSpc>
                <a:spcPct val="90000"/>
              </a:lnSpc>
            </a:pPr>
            <a:r>
              <a:rPr lang="en-US" sz="3300" b="0" i="0" u="none" strike="noStrike" spc="0">
                <a:solidFill>
                  <a:srgbClr val="000000"/>
                </a:solidFill>
                <a:latin typeface="Arial"/>
                <a:ea typeface="Arial"/>
                <a:cs typeface="Arial"/>
                <a:sym typeface="Arial"/>
              </a:rPr>
              <a:t>单击此处添加标题</a:t>
            </a:r>
          </a:p>
        </p:txBody>
      </p:sp>
      <p:sp>
        <p:nvSpPr>
          <p:cNvPr id="3" name="Text Box 2"/>
          <p:cNvSpPr txBox="1">
            <a:spLocks noGrp="1"/>
          </p:cNvSpPr>
          <p:nvPr>
            <p:ph type="body" sz="quarter" idx="1" hasCustomPrompt="1"/>
          </p:nvPr>
        </p:nvSpPr>
        <p:spPr>
          <a:xfrm>
            <a:off x="628650" y="1369219"/>
            <a:ext cx="3886200" cy="3263504"/>
          </a:xfrm>
          <a:prstGeom prst="rect">
            <a:avLst/>
          </a:prstGeom>
        </p:spPr>
        <p:txBody>
          <a:bodyPr wrap="square" lIns="68575" tIns="34275" rIns="68575" bIns="34275" rtlCol="0" anchor="t">
            <a:normAutofit/>
          </a:bodyPr>
          <a:lstStyle>
            <a:lvl1pPr algn="l">
              <a:lnSpc>
                <a:spcPct val="90000"/>
              </a:lnSpc>
              <a:buNone/>
              <a:defRPr sz="2100"/>
            </a:lvl1pPr>
          </a:lstStyle>
          <a:p>
            <a:pPr marL="457200" marR="0" indent="-317500" algn="l">
              <a:lnSpc>
                <a:spcPct val="90000"/>
              </a:lnSpc>
              <a:spcBef>
                <a:spcPts val="800"/>
              </a:spcBef>
            </a:pPr>
            <a:r>
              <a:rPr lang="en-US" sz="2100" b="0" i="0" u="none" strike="noStrike" spc="0">
                <a:solidFill>
                  <a:srgbClr val="000000"/>
                </a:solidFill>
                <a:latin typeface="Arial"/>
                <a:ea typeface="Arial"/>
                <a:cs typeface="Arial"/>
                <a:sym typeface="Arial"/>
              </a:rPr>
              <a:t>单击此处添加文本</a:t>
            </a:r>
          </a:p>
        </p:txBody>
      </p:sp>
      <p:sp>
        <p:nvSpPr>
          <p:cNvPr id="4" name="Text Box 3"/>
          <p:cNvSpPr txBox="1">
            <a:spLocks noGrp="1"/>
          </p:cNvSpPr>
          <p:nvPr>
            <p:ph type="body" sz="quarter" idx="2" hasCustomPrompt="1"/>
          </p:nvPr>
        </p:nvSpPr>
        <p:spPr>
          <a:xfrm>
            <a:off x="4629150" y="1369219"/>
            <a:ext cx="3886200" cy="3263504"/>
          </a:xfrm>
          <a:prstGeom prst="rect">
            <a:avLst/>
          </a:prstGeom>
        </p:spPr>
        <p:txBody>
          <a:bodyPr wrap="square" lIns="68575" tIns="34275" rIns="68575" bIns="34275" rtlCol="0" anchor="t">
            <a:normAutofit/>
          </a:bodyPr>
          <a:lstStyle>
            <a:lvl1pPr algn="l">
              <a:lnSpc>
                <a:spcPct val="90000"/>
              </a:lnSpc>
              <a:buNone/>
              <a:defRPr sz="2100"/>
            </a:lvl1pPr>
          </a:lstStyle>
          <a:p>
            <a:pPr marL="457200" marR="0" indent="-317500" algn="l">
              <a:lnSpc>
                <a:spcPct val="90000"/>
              </a:lnSpc>
              <a:spcBef>
                <a:spcPts val="800"/>
              </a:spcBef>
            </a:pPr>
            <a:r>
              <a:rPr lang="en-US" sz="2100" b="0" i="0" u="none" strike="noStrike" spc="0">
                <a:solidFill>
                  <a:srgbClr val="000000"/>
                </a:solidFill>
                <a:latin typeface="Arial"/>
                <a:ea typeface="Arial"/>
                <a:cs typeface="Arial"/>
                <a:sym typeface="Arial"/>
              </a:rPr>
              <a:t>单击此处添加文本</a:t>
            </a:r>
          </a:p>
        </p:txBody>
      </p:sp>
      <p:sp>
        <p:nvSpPr>
          <p:cNvPr id="5" name="Text Box 4"/>
          <p:cNvSpPr txBox="1">
            <a:spLocks noGrp="1"/>
          </p:cNvSpPr>
          <p:nvPr>
            <p:ph type="body" sz="quarter" idx="10"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a:lvl1pPr>
          </a:lstStyle>
          <a:p>
            <a:pPr marR="0" algn="l">
              <a:lnSpc>
                <a:spcPct val="100000"/>
              </a:lnSpc>
            </a:pPr>
            <a:r>
              <a:rPr lang="en-US" sz="900" b="0" i="0" u="none" strike="noStrike" spc="0">
                <a:solidFill>
                  <a:srgbClr val="888888"/>
                </a:solidFill>
                <a:latin typeface="Arial"/>
                <a:ea typeface="Arial"/>
                <a:cs typeface="Arial"/>
                <a:sym typeface="Arial"/>
              </a:rPr>
              <a:t>日期</a:t>
            </a:r>
          </a:p>
        </p:txBody>
      </p:sp>
      <p:sp>
        <p:nvSpPr>
          <p:cNvPr id="6" name="Text Box 5"/>
          <p:cNvSpPr txBox="1">
            <a:spLocks noGrp="1"/>
          </p:cNvSpPr>
          <p:nvPr>
            <p:ph type="body" sz="quarter" idx="11"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a:lvl1pPr>
          </a:lstStyle>
          <a:p>
            <a:pPr marR="0" algn="ctr">
              <a:lnSpc>
                <a:spcPct val="100000"/>
              </a:lnSpc>
            </a:pPr>
            <a:r>
              <a:rPr lang="en-US" sz="900" b="0" i="0" u="none" strike="noStrike" spc="0">
                <a:solidFill>
                  <a:srgbClr val="888888"/>
                </a:solidFill>
                <a:latin typeface="Arial"/>
                <a:ea typeface="Arial"/>
                <a:cs typeface="Arial"/>
                <a:sym typeface="Arial"/>
              </a:rPr>
              <a:t>页脚</a:t>
            </a:r>
          </a:p>
        </p:txBody>
      </p:sp>
      <p:sp>
        <p:nvSpPr>
          <p:cNvPr id="7" name="Text Box 6"/>
          <p:cNvSpPr txBox="1">
            <a:spLocks noGrp="1"/>
          </p:cNvSpPr>
          <p:nvPr>
            <p:ph type="body" sz="quarter" idx="12"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99199DA0-2569-4F8F-97C7-1515E112239E}" type="slidenum">
              <a:rPr lang="zh-CN" sz="900" b="0" i="0" u="none" strike="noStrike" spc="0">
                <a:solidFill>
                  <a:srgbClr val="888888"/>
                </a:solidFill>
                <a:latin typeface="Arial"/>
                <a:ea typeface="Arial"/>
                <a:cs typeface="Arial"/>
                <a:sym typeface="Arial"/>
              </a:rPr>
              <a:t>‹#›</a:t>
            </a:fld>
            <a:endParaRPr lang="zh-CN"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_OBJECTS_WITH_TEXT" preserve="1">
  <p:cSld name="TWO_OBJECTS_WITH_TEXT">
    <p:spTree>
      <p:nvGrpSpPr>
        <p:cNvPr id="1" name=""/>
        <p:cNvGrpSpPr/>
        <p:nvPr/>
      </p:nvGrpSpPr>
      <p:grpSpPr>
        <a:xfrm>
          <a:off x="0" y="0"/>
          <a:ext cx="0" cy="0"/>
          <a:chOff x="0" y="0"/>
          <a:chExt cx="0" cy="0"/>
        </a:xfrm>
      </p:grpSpPr>
      <p:sp>
        <p:nvSpPr>
          <p:cNvPr id="2" name="Text Box 1"/>
          <p:cNvSpPr txBox="1">
            <a:spLocks noGrp="1"/>
          </p:cNvSpPr>
          <p:nvPr>
            <p:ph type="title" sz="quarter" hasCustomPrompt="1"/>
          </p:nvPr>
        </p:nvSpPr>
        <p:spPr>
          <a:xfrm>
            <a:off x="629841" y="273844"/>
            <a:ext cx="7886700" cy="994172"/>
          </a:xfrm>
          <a:prstGeom prst="rect">
            <a:avLst/>
          </a:prstGeom>
        </p:spPr>
        <p:txBody>
          <a:bodyPr wrap="square" lIns="68575" tIns="34275" rIns="68575" bIns="34275" rtlCol="0" anchor="ctr">
            <a:normAutofit/>
          </a:bodyPr>
          <a:lstStyle>
            <a:lvl1pPr algn="l">
              <a:lnSpc>
                <a:spcPct val="90000"/>
              </a:lnSpc>
              <a:buNone/>
              <a:defRPr sz="3300"/>
            </a:lvl1pPr>
          </a:lstStyle>
          <a:p>
            <a:pPr marR="0" algn="l">
              <a:lnSpc>
                <a:spcPct val="90000"/>
              </a:lnSpc>
            </a:pPr>
            <a:r>
              <a:rPr lang="en-US" sz="3300" b="0" i="0" u="none" strike="noStrike" spc="0">
                <a:solidFill>
                  <a:srgbClr val="000000"/>
                </a:solidFill>
                <a:latin typeface="Arial"/>
                <a:ea typeface="Arial"/>
                <a:cs typeface="Arial"/>
                <a:sym typeface="Arial"/>
              </a:rPr>
              <a:t>单击此处添加标题</a:t>
            </a:r>
          </a:p>
        </p:txBody>
      </p:sp>
      <p:sp>
        <p:nvSpPr>
          <p:cNvPr id="3" name="Text Box 2"/>
          <p:cNvSpPr txBox="1">
            <a:spLocks noGrp="1"/>
          </p:cNvSpPr>
          <p:nvPr>
            <p:ph type="body" sz="quarter" idx="1" hasCustomPrompt="1"/>
          </p:nvPr>
        </p:nvSpPr>
        <p:spPr>
          <a:xfrm>
            <a:off x="629841" y="1260872"/>
            <a:ext cx="3868340" cy="617934"/>
          </a:xfrm>
          <a:prstGeom prst="rect">
            <a:avLst/>
          </a:prstGeom>
        </p:spPr>
        <p:txBody>
          <a:bodyPr wrap="square" lIns="68575" tIns="34275" rIns="68575" bIns="34275" rtlCol="0" anchor="b">
            <a:normAutofit/>
          </a:bodyPr>
          <a:lstStyle>
            <a:lvl1pPr algn="l">
              <a:lnSpc>
                <a:spcPct val="90000"/>
              </a:lnSpc>
              <a:buNone/>
              <a:defRPr sz="1800"/>
            </a:lvl1pPr>
          </a:lstStyle>
          <a:p>
            <a:pPr marL="457200" marR="0" indent="-228600" algn="l">
              <a:lnSpc>
                <a:spcPct val="90000"/>
              </a:lnSpc>
              <a:spcBef>
                <a:spcPts val="800"/>
              </a:spcBef>
            </a:pPr>
            <a:r>
              <a:rPr lang="en-US" sz="1800" b="1" i="0" u="none" strike="noStrike" spc="0">
                <a:solidFill>
                  <a:srgbClr val="000000"/>
                </a:solidFill>
                <a:latin typeface="Arial"/>
                <a:ea typeface="Arial"/>
                <a:cs typeface="Arial"/>
                <a:sym typeface="Arial"/>
              </a:rPr>
              <a:t>单击此处添加文本</a:t>
            </a:r>
          </a:p>
        </p:txBody>
      </p:sp>
      <p:sp>
        <p:nvSpPr>
          <p:cNvPr id="4" name="Text Box 3"/>
          <p:cNvSpPr txBox="1">
            <a:spLocks noGrp="1"/>
          </p:cNvSpPr>
          <p:nvPr>
            <p:ph type="body" sz="quarter" idx="2" hasCustomPrompt="1"/>
          </p:nvPr>
        </p:nvSpPr>
        <p:spPr>
          <a:xfrm>
            <a:off x="629841" y="1878806"/>
            <a:ext cx="3868340" cy="2763441"/>
          </a:xfrm>
          <a:prstGeom prst="rect">
            <a:avLst/>
          </a:prstGeom>
        </p:spPr>
        <p:txBody>
          <a:bodyPr wrap="square" lIns="68575" tIns="34275" rIns="68575" bIns="34275" rtlCol="0" anchor="t">
            <a:normAutofit/>
          </a:bodyPr>
          <a:lstStyle>
            <a:lvl1pPr algn="l">
              <a:lnSpc>
                <a:spcPct val="90000"/>
              </a:lnSpc>
              <a:buNone/>
              <a:defRPr sz="2100"/>
            </a:lvl1pPr>
          </a:lstStyle>
          <a:p>
            <a:pPr marL="457200" marR="0" indent="-317500" algn="l">
              <a:lnSpc>
                <a:spcPct val="90000"/>
              </a:lnSpc>
              <a:spcBef>
                <a:spcPts val="800"/>
              </a:spcBef>
            </a:pPr>
            <a:r>
              <a:rPr lang="en-US" sz="2100" b="0" i="0" u="none" strike="noStrike" spc="0">
                <a:solidFill>
                  <a:srgbClr val="000000"/>
                </a:solidFill>
                <a:latin typeface="Arial"/>
                <a:ea typeface="Arial"/>
                <a:cs typeface="Arial"/>
                <a:sym typeface="Arial"/>
              </a:rPr>
              <a:t>单击此处添加文本</a:t>
            </a:r>
          </a:p>
        </p:txBody>
      </p:sp>
      <p:sp>
        <p:nvSpPr>
          <p:cNvPr id="5" name="Text Box 4"/>
          <p:cNvSpPr txBox="1">
            <a:spLocks noGrp="1"/>
          </p:cNvSpPr>
          <p:nvPr>
            <p:ph type="body" sz="quarter" idx="3" hasCustomPrompt="1"/>
          </p:nvPr>
        </p:nvSpPr>
        <p:spPr>
          <a:xfrm>
            <a:off x="4629150" y="1260872"/>
            <a:ext cx="3887391" cy="617934"/>
          </a:xfrm>
          <a:prstGeom prst="rect">
            <a:avLst/>
          </a:prstGeom>
        </p:spPr>
        <p:txBody>
          <a:bodyPr wrap="square" lIns="68575" tIns="34275" rIns="68575" bIns="34275" rtlCol="0" anchor="b">
            <a:normAutofit/>
          </a:bodyPr>
          <a:lstStyle>
            <a:lvl1pPr algn="l">
              <a:lnSpc>
                <a:spcPct val="90000"/>
              </a:lnSpc>
              <a:buNone/>
              <a:defRPr sz="1800"/>
            </a:lvl1pPr>
          </a:lstStyle>
          <a:p>
            <a:pPr marL="457200" marR="0" indent="-228600" algn="l">
              <a:lnSpc>
                <a:spcPct val="90000"/>
              </a:lnSpc>
              <a:spcBef>
                <a:spcPts val="800"/>
              </a:spcBef>
            </a:pPr>
            <a:r>
              <a:rPr lang="en-US" sz="1800" b="1" i="0" u="none" strike="noStrike" spc="0">
                <a:solidFill>
                  <a:srgbClr val="000000"/>
                </a:solidFill>
                <a:latin typeface="Arial"/>
                <a:ea typeface="Arial"/>
                <a:cs typeface="Arial"/>
                <a:sym typeface="Arial"/>
              </a:rPr>
              <a:t>单击此处添加文本</a:t>
            </a:r>
          </a:p>
        </p:txBody>
      </p:sp>
      <p:sp>
        <p:nvSpPr>
          <p:cNvPr id="6" name="Text Box 5"/>
          <p:cNvSpPr txBox="1">
            <a:spLocks noGrp="1"/>
          </p:cNvSpPr>
          <p:nvPr>
            <p:ph type="body" sz="quarter" idx="4" hasCustomPrompt="1"/>
          </p:nvPr>
        </p:nvSpPr>
        <p:spPr>
          <a:xfrm>
            <a:off x="4629150" y="1878806"/>
            <a:ext cx="3887391" cy="2763441"/>
          </a:xfrm>
          <a:prstGeom prst="rect">
            <a:avLst/>
          </a:prstGeom>
        </p:spPr>
        <p:txBody>
          <a:bodyPr wrap="square" lIns="68575" tIns="34275" rIns="68575" bIns="34275" rtlCol="0" anchor="t">
            <a:normAutofit/>
          </a:bodyPr>
          <a:lstStyle>
            <a:lvl1pPr algn="l">
              <a:lnSpc>
                <a:spcPct val="90000"/>
              </a:lnSpc>
              <a:buNone/>
              <a:defRPr sz="2100"/>
            </a:lvl1pPr>
          </a:lstStyle>
          <a:p>
            <a:pPr marL="457200" marR="0" indent="-317500" algn="l">
              <a:lnSpc>
                <a:spcPct val="90000"/>
              </a:lnSpc>
              <a:spcBef>
                <a:spcPts val="800"/>
              </a:spcBef>
            </a:pPr>
            <a:r>
              <a:rPr lang="en-US" sz="2100" b="0" i="0" u="none" strike="noStrike" spc="0">
                <a:solidFill>
                  <a:srgbClr val="000000"/>
                </a:solidFill>
                <a:latin typeface="Arial"/>
                <a:ea typeface="Arial"/>
                <a:cs typeface="Arial"/>
                <a:sym typeface="Arial"/>
              </a:rPr>
              <a:t>单击此处添加文本</a:t>
            </a:r>
          </a:p>
        </p:txBody>
      </p:sp>
      <p:sp>
        <p:nvSpPr>
          <p:cNvPr id="7" name="Text Box 6"/>
          <p:cNvSpPr txBox="1">
            <a:spLocks noGrp="1"/>
          </p:cNvSpPr>
          <p:nvPr>
            <p:ph type="body" sz="quarter" idx="10"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a:lvl1pPr>
          </a:lstStyle>
          <a:p>
            <a:pPr marR="0" algn="l">
              <a:lnSpc>
                <a:spcPct val="100000"/>
              </a:lnSpc>
            </a:pPr>
            <a:r>
              <a:rPr lang="en-US" sz="900" b="0" i="0" u="none" strike="noStrike" spc="0">
                <a:solidFill>
                  <a:srgbClr val="888888"/>
                </a:solidFill>
                <a:latin typeface="Arial"/>
                <a:ea typeface="Arial"/>
                <a:cs typeface="Arial"/>
                <a:sym typeface="Arial"/>
              </a:rPr>
              <a:t>日期</a:t>
            </a:r>
          </a:p>
        </p:txBody>
      </p:sp>
      <p:sp>
        <p:nvSpPr>
          <p:cNvPr id="8" name="Text Box 7"/>
          <p:cNvSpPr txBox="1">
            <a:spLocks noGrp="1"/>
          </p:cNvSpPr>
          <p:nvPr>
            <p:ph type="body" sz="quarter" idx="11"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a:lvl1pPr>
          </a:lstStyle>
          <a:p>
            <a:pPr marR="0" algn="ctr">
              <a:lnSpc>
                <a:spcPct val="100000"/>
              </a:lnSpc>
            </a:pPr>
            <a:r>
              <a:rPr lang="en-US" sz="900" b="0" i="0" u="none" strike="noStrike" spc="0">
                <a:solidFill>
                  <a:srgbClr val="888888"/>
                </a:solidFill>
                <a:latin typeface="Arial"/>
                <a:ea typeface="Arial"/>
                <a:cs typeface="Arial"/>
                <a:sym typeface="Arial"/>
              </a:rPr>
              <a:t>页脚</a:t>
            </a:r>
          </a:p>
        </p:txBody>
      </p:sp>
      <p:sp>
        <p:nvSpPr>
          <p:cNvPr id="9" name="Text Box 8"/>
          <p:cNvSpPr txBox="1">
            <a:spLocks noGrp="1"/>
          </p:cNvSpPr>
          <p:nvPr>
            <p:ph type="body" sz="quarter" idx="12"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9E634BBA-9040-4AFA-B68D-12E079C7B6AA}" type="slidenum">
              <a:rPr lang="zh-CN" sz="900" b="0" i="0" u="none" strike="noStrike" spc="0">
                <a:solidFill>
                  <a:srgbClr val="888888"/>
                </a:solidFill>
                <a:latin typeface="Arial"/>
                <a:ea typeface="Arial"/>
                <a:cs typeface="Arial"/>
                <a:sym typeface="Arial"/>
              </a:rPr>
              <a:t>‹#›</a:t>
            </a:fld>
            <a:endParaRPr lang="zh-CN"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_ONLY" preserve="1">
  <p:cSld name="TITLE_ONLY">
    <p:spTree>
      <p:nvGrpSpPr>
        <p:cNvPr id="1" name=""/>
        <p:cNvGrpSpPr/>
        <p:nvPr/>
      </p:nvGrpSpPr>
      <p:grpSpPr>
        <a:xfrm>
          <a:off x="0" y="0"/>
          <a:ext cx="0" cy="0"/>
          <a:chOff x="0" y="0"/>
          <a:chExt cx="0" cy="0"/>
        </a:xfrm>
      </p:grpSpPr>
      <p:sp>
        <p:nvSpPr>
          <p:cNvPr id="2" name="Text Box 1"/>
          <p:cNvSpPr txBox="1">
            <a:spLocks noGrp="1"/>
          </p:cNvSpPr>
          <p:nvPr>
            <p:ph type="title" sz="quarter" hasCustomPrompt="1"/>
          </p:nvPr>
        </p:nvSpPr>
        <p:spPr>
          <a:xfrm>
            <a:off x="628650" y="273844"/>
            <a:ext cx="7886700" cy="994172"/>
          </a:xfrm>
          <a:prstGeom prst="rect">
            <a:avLst/>
          </a:prstGeom>
        </p:spPr>
        <p:txBody>
          <a:bodyPr wrap="square" lIns="68575" tIns="34275" rIns="68575" bIns="34275" rtlCol="0" anchor="ctr">
            <a:normAutofit/>
          </a:bodyPr>
          <a:lstStyle>
            <a:lvl1pPr algn="l">
              <a:lnSpc>
                <a:spcPct val="90000"/>
              </a:lnSpc>
              <a:buNone/>
              <a:defRPr sz="3300"/>
            </a:lvl1pPr>
          </a:lstStyle>
          <a:p>
            <a:pPr marR="0" algn="l">
              <a:lnSpc>
                <a:spcPct val="90000"/>
              </a:lnSpc>
            </a:pPr>
            <a:r>
              <a:rPr lang="en-US" sz="3300" b="0" i="0" u="none" strike="noStrike" spc="0">
                <a:solidFill>
                  <a:srgbClr val="000000"/>
                </a:solidFill>
                <a:latin typeface="Arial"/>
                <a:ea typeface="Arial"/>
                <a:cs typeface="Arial"/>
                <a:sym typeface="Arial"/>
              </a:rPr>
              <a:t>单击此处添加标题</a:t>
            </a:r>
          </a:p>
        </p:txBody>
      </p:sp>
      <p:sp>
        <p:nvSpPr>
          <p:cNvPr id="3" name="Text Box 2"/>
          <p:cNvSpPr txBox="1">
            <a:spLocks noGrp="1"/>
          </p:cNvSpPr>
          <p:nvPr>
            <p:ph type="body" sz="quarter" idx="10"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a:lvl1pPr>
          </a:lstStyle>
          <a:p>
            <a:pPr marR="0" algn="l">
              <a:lnSpc>
                <a:spcPct val="100000"/>
              </a:lnSpc>
            </a:pPr>
            <a:r>
              <a:rPr lang="en-US" sz="900" b="0" i="0" u="none" strike="noStrike" spc="0">
                <a:solidFill>
                  <a:srgbClr val="888888"/>
                </a:solidFill>
                <a:latin typeface="Arial"/>
                <a:ea typeface="Arial"/>
                <a:cs typeface="Arial"/>
                <a:sym typeface="Arial"/>
              </a:rPr>
              <a:t>日期</a:t>
            </a:r>
          </a:p>
        </p:txBody>
      </p:sp>
      <p:sp>
        <p:nvSpPr>
          <p:cNvPr id="4" name="Text Box 3"/>
          <p:cNvSpPr txBox="1">
            <a:spLocks noGrp="1"/>
          </p:cNvSpPr>
          <p:nvPr>
            <p:ph type="body" sz="quarter" idx="11"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a:lvl1pPr>
          </a:lstStyle>
          <a:p>
            <a:pPr marR="0" algn="ctr">
              <a:lnSpc>
                <a:spcPct val="100000"/>
              </a:lnSpc>
            </a:pPr>
            <a:r>
              <a:rPr lang="en-US" sz="900" b="0" i="0" u="none" strike="noStrike" spc="0">
                <a:solidFill>
                  <a:srgbClr val="888888"/>
                </a:solidFill>
                <a:latin typeface="Arial"/>
                <a:ea typeface="Arial"/>
                <a:cs typeface="Arial"/>
                <a:sym typeface="Arial"/>
              </a:rPr>
              <a:t>页脚</a:t>
            </a:r>
          </a:p>
        </p:txBody>
      </p:sp>
      <p:sp>
        <p:nvSpPr>
          <p:cNvPr id="5" name="Text Box 4"/>
          <p:cNvSpPr txBox="1">
            <a:spLocks noGrp="1"/>
          </p:cNvSpPr>
          <p:nvPr>
            <p:ph type="body" sz="quarter" idx="12"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C681B80D-CEB9-4F11-8776-65704D824650}" type="slidenum">
              <a:rPr lang="zh-CN" sz="900" b="0" i="0" u="none" strike="noStrike" spc="0">
                <a:solidFill>
                  <a:srgbClr val="888888"/>
                </a:solidFill>
                <a:latin typeface="Arial"/>
                <a:ea typeface="Arial"/>
                <a:cs typeface="Arial"/>
                <a:sym typeface="Arial"/>
              </a:rPr>
              <a:t>‹#›</a:t>
            </a:fld>
            <a:endParaRPr lang="zh-CN"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preserve="1">
  <p:cSld name="BLANK">
    <p:spTree>
      <p:nvGrpSpPr>
        <p:cNvPr id="1" name=""/>
        <p:cNvGrpSpPr/>
        <p:nvPr/>
      </p:nvGrpSpPr>
      <p:grpSpPr>
        <a:xfrm>
          <a:off x="0" y="0"/>
          <a:ext cx="0" cy="0"/>
          <a:chOff x="0" y="0"/>
          <a:chExt cx="0" cy="0"/>
        </a:xfrm>
      </p:grpSpPr>
      <p:sp>
        <p:nvSpPr>
          <p:cNvPr id="2" name="Text Box 1"/>
          <p:cNvSpPr txBox="1">
            <a:spLocks noGrp="1"/>
          </p:cNvSpPr>
          <p:nvPr>
            <p:ph type="body" sz="quarter" idx="10"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a:lvl1pPr>
          </a:lstStyle>
          <a:p>
            <a:pPr marR="0" algn="l">
              <a:lnSpc>
                <a:spcPct val="100000"/>
              </a:lnSpc>
            </a:pPr>
            <a:r>
              <a:rPr lang="en-US" sz="900" b="0" i="0" u="none" strike="noStrike" spc="0">
                <a:solidFill>
                  <a:srgbClr val="888888"/>
                </a:solidFill>
                <a:latin typeface="Arial"/>
                <a:ea typeface="Arial"/>
                <a:cs typeface="Arial"/>
                <a:sym typeface="Arial"/>
              </a:rPr>
              <a:t>日期</a:t>
            </a:r>
          </a:p>
        </p:txBody>
      </p:sp>
      <p:sp>
        <p:nvSpPr>
          <p:cNvPr id="3" name="Text Box 2"/>
          <p:cNvSpPr txBox="1">
            <a:spLocks noGrp="1"/>
          </p:cNvSpPr>
          <p:nvPr>
            <p:ph type="body" sz="quarter" idx="11"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a:lvl1pPr>
          </a:lstStyle>
          <a:p>
            <a:pPr marR="0" algn="ctr">
              <a:lnSpc>
                <a:spcPct val="100000"/>
              </a:lnSpc>
            </a:pPr>
            <a:r>
              <a:rPr lang="en-US" sz="900" b="0" i="0" u="none" strike="noStrike" spc="0">
                <a:solidFill>
                  <a:srgbClr val="888888"/>
                </a:solidFill>
                <a:latin typeface="Arial"/>
                <a:ea typeface="Arial"/>
                <a:cs typeface="Arial"/>
                <a:sym typeface="Arial"/>
              </a:rPr>
              <a:t>页脚</a:t>
            </a:r>
          </a:p>
        </p:txBody>
      </p:sp>
      <p:sp>
        <p:nvSpPr>
          <p:cNvPr id="4" name="Text Box 3"/>
          <p:cNvSpPr txBox="1">
            <a:spLocks noGrp="1"/>
          </p:cNvSpPr>
          <p:nvPr>
            <p:ph type="body" sz="quarter" idx="12"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7B0880EB-BC3F-4057-8D93-05C6F0C20D4A}" type="slidenum">
              <a:rPr lang="zh-CN" sz="900" b="0" i="0" u="none" strike="noStrike" spc="0">
                <a:solidFill>
                  <a:srgbClr val="888888"/>
                </a:solidFill>
                <a:latin typeface="Arial"/>
                <a:ea typeface="Arial"/>
                <a:cs typeface="Arial"/>
                <a:sym typeface="Arial"/>
              </a:rPr>
              <a:t>‹#›</a:t>
            </a:fld>
            <a:endParaRPr lang="zh-CN"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BJECT_WITH_CAPTION_TEXT" preserve="1">
  <p:cSld name="OBJECT_WITH_CAPTION_TEXT">
    <p:spTree>
      <p:nvGrpSpPr>
        <p:cNvPr id="1" name=""/>
        <p:cNvGrpSpPr/>
        <p:nvPr/>
      </p:nvGrpSpPr>
      <p:grpSpPr>
        <a:xfrm>
          <a:off x="0" y="0"/>
          <a:ext cx="0" cy="0"/>
          <a:chOff x="0" y="0"/>
          <a:chExt cx="0" cy="0"/>
        </a:xfrm>
      </p:grpSpPr>
      <p:sp>
        <p:nvSpPr>
          <p:cNvPr id="2" name="Text Box 1"/>
          <p:cNvSpPr txBox="1">
            <a:spLocks noGrp="1"/>
          </p:cNvSpPr>
          <p:nvPr>
            <p:ph type="title" sz="quarter" hasCustomPrompt="1"/>
          </p:nvPr>
        </p:nvSpPr>
        <p:spPr>
          <a:xfrm>
            <a:off x="629841" y="342900"/>
            <a:ext cx="2949178" cy="1200150"/>
          </a:xfrm>
          <a:prstGeom prst="rect">
            <a:avLst/>
          </a:prstGeom>
        </p:spPr>
        <p:txBody>
          <a:bodyPr wrap="square" lIns="68575" tIns="34275" rIns="68575" bIns="34275" rtlCol="0" anchor="b">
            <a:normAutofit/>
          </a:bodyPr>
          <a:lstStyle>
            <a:lvl1pPr algn="l">
              <a:lnSpc>
                <a:spcPct val="90000"/>
              </a:lnSpc>
              <a:buNone/>
              <a:defRPr sz="2400"/>
            </a:lvl1pPr>
          </a:lstStyle>
          <a:p>
            <a:pPr marR="0" algn="l">
              <a:lnSpc>
                <a:spcPct val="90000"/>
              </a:lnSpc>
            </a:pPr>
            <a:r>
              <a:rPr lang="en-US" sz="2400" b="0" i="0" u="none" strike="noStrike" spc="0">
                <a:solidFill>
                  <a:srgbClr val="000000"/>
                </a:solidFill>
                <a:latin typeface="Arial"/>
                <a:ea typeface="Arial"/>
                <a:cs typeface="Arial"/>
                <a:sym typeface="Arial"/>
              </a:rPr>
              <a:t>单击此处添加标题</a:t>
            </a:r>
          </a:p>
        </p:txBody>
      </p:sp>
      <p:sp>
        <p:nvSpPr>
          <p:cNvPr id="3" name="Text Box 2"/>
          <p:cNvSpPr txBox="1">
            <a:spLocks noGrp="1"/>
          </p:cNvSpPr>
          <p:nvPr>
            <p:ph type="body" sz="quarter" idx="1" hasCustomPrompt="1"/>
          </p:nvPr>
        </p:nvSpPr>
        <p:spPr>
          <a:xfrm>
            <a:off x="3887391" y="740569"/>
            <a:ext cx="4629150" cy="3655219"/>
          </a:xfrm>
          <a:prstGeom prst="rect">
            <a:avLst/>
          </a:prstGeom>
        </p:spPr>
        <p:txBody>
          <a:bodyPr wrap="square" lIns="68575" tIns="34275" rIns="68575" bIns="34275" rtlCol="0" anchor="t">
            <a:normAutofit/>
          </a:bodyPr>
          <a:lstStyle>
            <a:lvl1pPr algn="l">
              <a:lnSpc>
                <a:spcPct val="90000"/>
              </a:lnSpc>
              <a:buNone/>
              <a:defRPr sz="2400"/>
            </a:lvl1pPr>
          </a:lstStyle>
          <a:p>
            <a:pPr marL="457200" marR="0" indent="-381000" algn="l">
              <a:lnSpc>
                <a:spcPct val="90000"/>
              </a:lnSpc>
              <a:spcBef>
                <a:spcPts val="800"/>
              </a:spcBef>
            </a:pPr>
            <a:r>
              <a:rPr lang="en-US" sz="2400" b="0" i="0" u="none" strike="noStrike" spc="0">
                <a:solidFill>
                  <a:srgbClr val="000000"/>
                </a:solidFill>
                <a:latin typeface="Arial"/>
                <a:ea typeface="Arial"/>
                <a:cs typeface="Arial"/>
                <a:sym typeface="Arial"/>
              </a:rPr>
              <a:t>单击此处添加文本</a:t>
            </a:r>
          </a:p>
        </p:txBody>
      </p:sp>
      <p:sp>
        <p:nvSpPr>
          <p:cNvPr id="4" name="Text Box 3"/>
          <p:cNvSpPr txBox="1">
            <a:spLocks noGrp="1"/>
          </p:cNvSpPr>
          <p:nvPr>
            <p:ph type="body" sz="quarter" idx="2" hasCustomPrompt="1"/>
          </p:nvPr>
        </p:nvSpPr>
        <p:spPr>
          <a:xfrm>
            <a:off x="629841" y="1543050"/>
            <a:ext cx="2949178" cy="2858691"/>
          </a:xfrm>
          <a:prstGeom prst="rect">
            <a:avLst/>
          </a:prstGeom>
        </p:spPr>
        <p:txBody>
          <a:bodyPr wrap="square" lIns="68575" tIns="34275" rIns="68575" bIns="34275" rtlCol="0" anchor="t">
            <a:normAutofit/>
          </a:bodyPr>
          <a:lstStyle>
            <a:lvl1pPr algn="l">
              <a:lnSpc>
                <a:spcPct val="90000"/>
              </a:lnSpc>
              <a:buNone/>
              <a:defRPr sz="1200"/>
            </a:lvl1pPr>
          </a:lstStyle>
          <a:p>
            <a:pPr marL="457200" marR="0" indent="-228600" algn="l">
              <a:lnSpc>
                <a:spcPct val="90000"/>
              </a:lnSpc>
              <a:spcBef>
                <a:spcPts val="800"/>
              </a:spcBef>
            </a:pPr>
            <a:r>
              <a:rPr lang="en-US" sz="1200" b="0" i="0" u="none" strike="noStrike" spc="0">
                <a:solidFill>
                  <a:srgbClr val="000000"/>
                </a:solidFill>
                <a:latin typeface="Arial"/>
                <a:ea typeface="Arial"/>
                <a:cs typeface="Arial"/>
                <a:sym typeface="Arial"/>
              </a:rPr>
              <a:t>单击此处添加文本</a:t>
            </a:r>
          </a:p>
        </p:txBody>
      </p:sp>
      <p:sp>
        <p:nvSpPr>
          <p:cNvPr id="5" name="Text Box 4"/>
          <p:cNvSpPr txBox="1">
            <a:spLocks noGrp="1"/>
          </p:cNvSpPr>
          <p:nvPr>
            <p:ph type="body" sz="quarter" idx="10"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a:lvl1pPr>
          </a:lstStyle>
          <a:p>
            <a:pPr marR="0" algn="l">
              <a:lnSpc>
                <a:spcPct val="100000"/>
              </a:lnSpc>
            </a:pPr>
            <a:r>
              <a:rPr lang="en-US" sz="900" b="0" i="0" u="none" strike="noStrike" spc="0">
                <a:solidFill>
                  <a:srgbClr val="888888"/>
                </a:solidFill>
                <a:latin typeface="Arial"/>
                <a:ea typeface="Arial"/>
                <a:cs typeface="Arial"/>
                <a:sym typeface="Arial"/>
              </a:rPr>
              <a:t>日期</a:t>
            </a:r>
          </a:p>
        </p:txBody>
      </p:sp>
      <p:sp>
        <p:nvSpPr>
          <p:cNvPr id="6" name="Text Box 5"/>
          <p:cNvSpPr txBox="1">
            <a:spLocks noGrp="1"/>
          </p:cNvSpPr>
          <p:nvPr>
            <p:ph type="body" sz="quarter" idx="11"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a:lvl1pPr>
          </a:lstStyle>
          <a:p>
            <a:pPr marR="0" algn="ctr">
              <a:lnSpc>
                <a:spcPct val="100000"/>
              </a:lnSpc>
            </a:pPr>
            <a:r>
              <a:rPr lang="en-US" sz="900" b="0" i="0" u="none" strike="noStrike" spc="0">
                <a:solidFill>
                  <a:srgbClr val="888888"/>
                </a:solidFill>
                <a:latin typeface="Arial"/>
                <a:ea typeface="Arial"/>
                <a:cs typeface="Arial"/>
                <a:sym typeface="Arial"/>
              </a:rPr>
              <a:t>页脚</a:t>
            </a:r>
          </a:p>
        </p:txBody>
      </p:sp>
      <p:sp>
        <p:nvSpPr>
          <p:cNvPr id="7" name="Text Box 6"/>
          <p:cNvSpPr txBox="1">
            <a:spLocks noGrp="1"/>
          </p:cNvSpPr>
          <p:nvPr>
            <p:ph type="body" sz="quarter" idx="12"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527F2804-618F-4441-A506-C53BFD95EE54}" type="slidenum">
              <a:rPr lang="zh-CN" sz="900" b="0" i="0" u="none" strike="noStrike" spc="0">
                <a:solidFill>
                  <a:srgbClr val="888888"/>
                </a:solidFill>
                <a:latin typeface="Arial"/>
                <a:ea typeface="Arial"/>
                <a:cs typeface="Arial"/>
                <a:sym typeface="Arial"/>
              </a:rPr>
              <a:t>‹#›</a:t>
            </a:fld>
            <a:endParaRPr lang="zh-CN"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_WITH_CAPTION_TEXT" preserve="1">
  <p:cSld name="PICTURE_WITH_CAPTION_TEXT">
    <p:spTree>
      <p:nvGrpSpPr>
        <p:cNvPr id="1" name=""/>
        <p:cNvGrpSpPr/>
        <p:nvPr/>
      </p:nvGrpSpPr>
      <p:grpSpPr>
        <a:xfrm>
          <a:off x="0" y="0"/>
          <a:ext cx="0" cy="0"/>
          <a:chOff x="0" y="0"/>
          <a:chExt cx="0" cy="0"/>
        </a:xfrm>
      </p:grpSpPr>
      <p:sp>
        <p:nvSpPr>
          <p:cNvPr id="2" name="Text Box 1"/>
          <p:cNvSpPr txBox="1">
            <a:spLocks noGrp="1"/>
          </p:cNvSpPr>
          <p:nvPr>
            <p:ph type="title" sz="quarter" hasCustomPrompt="1"/>
          </p:nvPr>
        </p:nvSpPr>
        <p:spPr>
          <a:xfrm>
            <a:off x="629841" y="342900"/>
            <a:ext cx="2949178" cy="1200150"/>
          </a:xfrm>
          <a:prstGeom prst="rect">
            <a:avLst/>
          </a:prstGeom>
        </p:spPr>
        <p:txBody>
          <a:bodyPr wrap="square" lIns="68575" tIns="34275" rIns="68575" bIns="34275" rtlCol="0" anchor="b">
            <a:normAutofit/>
          </a:bodyPr>
          <a:lstStyle>
            <a:lvl1pPr algn="l">
              <a:lnSpc>
                <a:spcPct val="90000"/>
              </a:lnSpc>
              <a:buNone/>
              <a:defRPr sz="2400"/>
            </a:lvl1pPr>
          </a:lstStyle>
          <a:p>
            <a:pPr marR="0" algn="l">
              <a:lnSpc>
                <a:spcPct val="90000"/>
              </a:lnSpc>
            </a:pPr>
            <a:r>
              <a:rPr lang="en-US" sz="2400" b="0" i="0" u="none" strike="noStrike" spc="0">
                <a:solidFill>
                  <a:srgbClr val="000000"/>
                </a:solidFill>
                <a:latin typeface="Arial"/>
                <a:ea typeface="Arial"/>
                <a:cs typeface="Arial"/>
                <a:sym typeface="Arial"/>
              </a:rPr>
              <a:t>单击此处添加标题</a:t>
            </a:r>
          </a:p>
        </p:txBody>
      </p:sp>
      <p:sp>
        <p:nvSpPr>
          <p:cNvPr id="3" name="Auto Shape 2"/>
          <p:cNvSpPr>
            <a:spLocks noGrp="1"/>
          </p:cNvSpPr>
          <p:nvPr>
            <p:ph type="pic" sz="quarter" idx="2"/>
          </p:nvPr>
        </p:nvSpPr>
        <p:spPr>
          <a:xfrm>
            <a:off x="3887391" y="740569"/>
            <a:ext cx="4629150" cy="3655219"/>
          </a:xfrm>
          <a:prstGeom prst="rect">
            <a:avLst/>
          </a:prstGeom>
          <a:ln w="12700">
            <a:noFill/>
          </a:ln>
        </p:spPr>
        <p:txBody>
          <a:bodyPr/>
          <a:lstStyle/>
          <a:p>
            <a:endParaRPr/>
          </a:p>
        </p:txBody>
      </p:sp>
      <p:sp>
        <p:nvSpPr>
          <p:cNvPr id="4" name="Text Box 3"/>
          <p:cNvSpPr txBox="1">
            <a:spLocks noGrp="1"/>
          </p:cNvSpPr>
          <p:nvPr>
            <p:ph type="body" sz="quarter" idx="1" hasCustomPrompt="1"/>
          </p:nvPr>
        </p:nvSpPr>
        <p:spPr>
          <a:xfrm>
            <a:off x="629841" y="1543050"/>
            <a:ext cx="2949178" cy="2858691"/>
          </a:xfrm>
          <a:prstGeom prst="rect">
            <a:avLst/>
          </a:prstGeom>
        </p:spPr>
        <p:txBody>
          <a:bodyPr wrap="square" lIns="68575" tIns="34275" rIns="68575" bIns="34275" rtlCol="0" anchor="t">
            <a:normAutofit/>
          </a:bodyPr>
          <a:lstStyle>
            <a:lvl1pPr algn="l">
              <a:lnSpc>
                <a:spcPct val="90000"/>
              </a:lnSpc>
              <a:buNone/>
              <a:defRPr sz="1200"/>
            </a:lvl1pPr>
          </a:lstStyle>
          <a:p>
            <a:pPr marL="457200" marR="0" indent="-228600" algn="l">
              <a:lnSpc>
                <a:spcPct val="90000"/>
              </a:lnSpc>
              <a:spcBef>
                <a:spcPts val="800"/>
              </a:spcBef>
            </a:pPr>
            <a:r>
              <a:rPr lang="en-US" sz="1200" b="0" i="0" u="none" strike="noStrike" spc="0">
                <a:solidFill>
                  <a:srgbClr val="000000"/>
                </a:solidFill>
                <a:latin typeface="Arial"/>
                <a:ea typeface="Arial"/>
                <a:cs typeface="Arial"/>
                <a:sym typeface="Arial"/>
              </a:rPr>
              <a:t>单击此处添加文本</a:t>
            </a:r>
          </a:p>
        </p:txBody>
      </p:sp>
      <p:sp>
        <p:nvSpPr>
          <p:cNvPr id="5" name="Text Box 4"/>
          <p:cNvSpPr txBox="1">
            <a:spLocks noGrp="1"/>
          </p:cNvSpPr>
          <p:nvPr>
            <p:ph type="body" sz="quarter" idx="10"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a:lvl1pPr>
          </a:lstStyle>
          <a:p>
            <a:pPr marR="0" algn="l">
              <a:lnSpc>
                <a:spcPct val="100000"/>
              </a:lnSpc>
            </a:pPr>
            <a:r>
              <a:rPr lang="en-US" sz="900" b="0" i="0" u="none" strike="noStrike" spc="0">
                <a:solidFill>
                  <a:srgbClr val="888888"/>
                </a:solidFill>
                <a:latin typeface="Arial"/>
                <a:ea typeface="Arial"/>
                <a:cs typeface="Arial"/>
                <a:sym typeface="Arial"/>
              </a:rPr>
              <a:t>日期</a:t>
            </a:r>
          </a:p>
        </p:txBody>
      </p:sp>
      <p:sp>
        <p:nvSpPr>
          <p:cNvPr id="6" name="Text Box 5"/>
          <p:cNvSpPr txBox="1">
            <a:spLocks noGrp="1"/>
          </p:cNvSpPr>
          <p:nvPr>
            <p:ph type="body" sz="quarter" idx="11"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a:lvl1pPr>
          </a:lstStyle>
          <a:p>
            <a:pPr marR="0" algn="ctr">
              <a:lnSpc>
                <a:spcPct val="100000"/>
              </a:lnSpc>
            </a:pPr>
            <a:r>
              <a:rPr lang="en-US" sz="900" b="0" i="0" u="none" strike="noStrike" spc="0">
                <a:solidFill>
                  <a:srgbClr val="888888"/>
                </a:solidFill>
                <a:latin typeface="Arial"/>
                <a:ea typeface="Arial"/>
                <a:cs typeface="Arial"/>
                <a:sym typeface="Arial"/>
              </a:rPr>
              <a:t>页脚</a:t>
            </a:r>
          </a:p>
        </p:txBody>
      </p:sp>
      <p:sp>
        <p:nvSpPr>
          <p:cNvPr id="7" name="Text Box 6"/>
          <p:cNvSpPr txBox="1">
            <a:spLocks noGrp="1"/>
          </p:cNvSpPr>
          <p:nvPr>
            <p:ph type="body" sz="quarter" idx="12"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9A159932-3689-4AA0-BD8F-B34C56980299}" type="slidenum">
              <a:rPr lang="zh-CN" sz="900" b="0" i="0" u="none" strike="noStrike" spc="0">
                <a:solidFill>
                  <a:srgbClr val="888888"/>
                </a:solidFill>
                <a:latin typeface="Arial"/>
                <a:ea typeface="Arial"/>
                <a:cs typeface="Arial"/>
                <a:sym typeface="Arial"/>
              </a:rPr>
              <a:t>‹#›</a:t>
            </a:fld>
            <a:endParaRPr lang="zh-CN"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_TEXT" preserve="1">
  <p:cSld name="VERTICAL_TEXT">
    <p:spTree>
      <p:nvGrpSpPr>
        <p:cNvPr id="1" name=""/>
        <p:cNvGrpSpPr/>
        <p:nvPr/>
      </p:nvGrpSpPr>
      <p:grpSpPr>
        <a:xfrm>
          <a:off x="0" y="0"/>
          <a:ext cx="0" cy="0"/>
          <a:chOff x="0" y="0"/>
          <a:chExt cx="0" cy="0"/>
        </a:xfrm>
      </p:grpSpPr>
      <p:sp>
        <p:nvSpPr>
          <p:cNvPr id="2" name="Text Box 1"/>
          <p:cNvSpPr txBox="1">
            <a:spLocks noGrp="1"/>
          </p:cNvSpPr>
          <p:nvPr>
            <p:ph type="title" sz="quarter" hasCustomPrompt="1"/>
          </p:nvPr>
        </p:nvSpPr>
        <p:spPr>
          <a:xfrm>
            <a:off x="628650" y="273844"/>
            <a:ext cx="7886700" cy="994172"/>
          </a:xfrm>
          <a:prstGeom prst="rect">
            <a:avLst/>
          </a:prstGeom>
        </p:spPr>
        <p:txBody>
          <a:bodyPr wrap="square" lIns="68575" tIns="34275" rIns="68575" bIns="34275" rtlCol="0" anchor="ctr">
            <a:normAutofit/>
          </a:bodyPr>
          <a:lstStyle>
            <a:lvl1pPr algn="l">
              <a:lnSpc>
                <a:spcPct val="90000"/>
              </a:lnSpc>
              <a:buNone/>
              <a:defRPr sz="3300"/>
            </a:lvl1pPr>
          </a:lstStyle>
          <a:p>
            <a:pPr marR="0" algn="l">
              <a:lnSpc>
                <a:spcPct val="90000"/>
              </a:lnSpc>
            </a:pPr>
            <a:r>
              <a:rPr lang="en-US" sz="3300" b="0" i="0" u="none" strike="noStrike" spc="0">
                <a:solidFill>
                  <a:srgbClr val="000000"/>
                </a:solidFill>
                <a:latin typeface="Arial"/>
                <a:ea typeface="Arial"/>
                <a:cs typeface="Arial"/>
                <a:sym typeface="Arial"/>
              </a:rPr>
              <a:t>单击此处添加标题</a:t>
            </a:r>
          </a:p>
        </p:txBody>
      </p:sp>
      <p:sp>
        <p:nvSpPr>
          <p:cNvPr id="3" name="Text Box 2"/>
          <p:cNvSpPr txBox="1">
            <a:spLocks noGrp="1"/>
          </p:cNvSpPr>
          <p:nvPr>
            <p:ph type="body" sz="quarter" idx="1" hasCustomPrompt="1"/>
          </p:nvPr>
        </p:nvSpPr>
        <p:spPr>
          <a:xfrm rot="5400000">
            <a:off x="2940248" y="-942379"/>
            <a:ext cx="3263504" cy="7886700"/>
          </a:xfrm>
          <a:prstGeom prst="rect">
            <a:avLst/>
          </a:prstGeom>
        </p:spPr>
        <p:txBody>
          <a:bodyPr wrap="square" lIns="68575" tIns="34275" rIns="68575" bIns="34275" rtlCol="0" anchor="t">
            <a:normAutofit/>
          </a:bodyPr>
          <a:lstStyle>
            <a:lvl1pPr algn="l">
              <a:lnSpc>
                <a:spcPct val="90000"/>
              </a:lnSpc>
              <a:buNone/>
              <a:defRPr sz="2100"/>
            </a:lvl1pPr>
          </a:lstStyle>
          <a:p>
            <a:pPr marL="457200" marR="0" indent="-317500" algn="l">
              <a:lnSpc>
                <a:spcPct val="90000"/>
              </a:lnSpc>
              <a:spcBef>
                <a:spcPts val="800"/>
              </a:spcBef>
            </a:pPr>
            <a:r>
              <a:rPr lang="en-US" sz="2100" b="0" i="0" u="none" strike="noStrike" spc="0">
                <a:solidFill>
                  <a:srgbClr val="000000"/>
                </a:solidFill>
                <a:latin typeface="Arial"/>
                <a:ea typeface="Arial"/>
                <a:cs typeface="Arial"/>
                <a:sym typeface="Arial"/>
              </a:rPr>
              <a:t>单击此处添加文本</a:t>
            </a:r>
          </a:p>
        </p:txBody>
      </p:sp>
      <p:sp>
        <p:nvSpPr>
          <p:cNvPr id="4" name="Text Box 3"/>
          <p:cNvSpPr txBox="1">
            <a:spLocks noGrp="1"/>
          </p:cNvSpPr>
          <p:nvPr>
            <p:ph type="body" sz="quarter" idx="10"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a:lvl1pPr>
          </a:lstStyle>
          <a:p>
            <a:pPr marR="0" algn="l">
              <a:lnSpc>
                <a:spcPct val="100000"/>
              </a:lnSpc>
            </a:pPr>
            <a:r>
              <a:rPr lang="en-US" sz="900" b="0" i="0" u="none" strike="noStrike" spc="0">
                <a:solidFill>
                  <a:srgbClr val="888888"/>
                </a:solidFill>
                <a:latin typeface="Arial"/>
                <a:ea typeface="Arial"/>
                <a:cs typeface="Arial"/>
                <a:sym typeface="Arial"/>
              </a:rPr>
              <a:t>日期</a:t>
            </a:r>
          </a:p>
        </p:txBody>
      </p:sp>
      <p:sp>
        <p:nvSpPr>
          <p:cNvPr id="5" name="Text Box 4"/>
          <p:cNvSpPr txBox="1">
            <a:spLocks noGrp="1"/>
          </p:cNvSpPr>
          <p:nvPr>
            <p:ph type="body" sz="quarter" idx="11"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a:lvl1pPr>
          </a:lstStyle>
          <a:p>
            <a:pPr marR="0" algn="ctr">
              <a:lnSpc>
                <a:spcPct val="100000"/>
              </a:lnSpc>
            </a:pPr>
            <a:r>
              <a:rPr lang="en-US" sz="900" b="0" i="0" u="none" strike="noStrike" spc="0">
                <a:solidFill>
                  <a:srgbClr val="888888"/>
                </a:solidFill>
                <a:latin typeface="Arial"/>
                <a:ea typeface="Arial"/>
                <a:cs typeface="Arial"/>
                <a:sym typeface="Arial"/>
              </a:rPr>
              <a:t>页脚</a:t>
            </a:r>
          </a:p>
        </p:txBody>
      </p:sp>
      <p:sp>
        <p:nvSpPr>
          <p:cNvPr id="6" name="Text Box 5"/>
          <p:cNvSpPr txBox="1">
            <a:spLocks noGrp="1"/>
          </p:cNvSpPr>
          <p:nvPr>
            <p:ph type="body" sz="quarter" idx="12"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585D23E3-2B7B-4420-8368-820F9AAF16E9}" type="slidenum">
              <a:rPr lang="zh-CN" sz="900" b="0" i="0" u="none" strike="noStrike" spc="0">
                <a:solidFill>
                  <a:srgbClr val="888888"/>
                </a:solidFill>
                <a:latin typeface="Arial"/>
                <a:ea typeface="Arial"/>
                <a:cs typeface="Arial"/>
                <a:sym typeface="Arial"/>
              </a:rPr>
              <a:t>‹#›</a:t>
            </a:fld>
            <a:endParaRPr lang="zh-CN"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_TITLE_AND_VERTICAL_TEXT" preserve="1">
  <p:cSld name="VERTICAL_TITLE_AND_VERTICAL_TEXT">
    <p:spTree>
      <p:nvGrpSpPr>
        <p:cNvPr id="1" name=""/>
        <p:cNvGrpSpPr/>
        <p:nvPr/>
      </p:nvGrpSpPr>
      <p:grpSpPr>
        <a:xfrm>
          <a:off x="0" y="0"/>
          <a:ext cx="0" cy="0"/>
          <a:chOff x="0" y="0"/>
          <a:chExt cx="0" cy="0"/>
        </a:xfrm>
      </p:grpSpPr>
      <p:sp>
        <p:nvSpPr>
          <p:cNvPr id="2" name="Text Box 1"/>
          <p:cNvSpPr txBox="1">
            <a:spLocks noGrp="1"/>
          </p:cNvSpPr>
          <p:nvPr>
            <p:ph type="title" sz="quarter" hasCustomPrompt="1"/>
          </p:nvPr>
        </p:nvSpPr>
        <p:spPr>
          <a:xfrm rot="5400000">
            <a:off x="5350073" y="1467445"/>
            <a:ext cx="4358879" cy="1971675"/>
          </a:xfrm>
          <a:prstGeom prst="rect">
            <a:avLst/>
          </a:prstGeom>
        </p:spPr>
        <p:txBody>
          <a:bodyPr wrap="square" lIns="68575" tIns="34275" rIns="68575" bIns="34275" rtlCol="0" anchor="ctr">
            <a:normAutofit/>
          </a:bodyPr>
          <a:lstStyle>
            <a:lvl1pPr algn="l">
              <a:lnSpc>
                <a:spcPct val="90000"/>
              </a:lnSpc>
              <a:buNone/>
              <a:defRPr sz="3300"/>
            </a:lvl1pPr>
          </a:lstStyle>
          <a:p>
            <a:pPr marR="0" algn="l">
              <a:lnSpc>
                <a:spcPct val="90000"/>
              </a:lnSpc>
            </a:pPr>
            <a:r>
              <a:rPr lang="en-US" sz="3300" b="0" i="0" u="none" strike="noStrike" spc="0">
                <a:solidFill>
                  <a:srgbClr val="000000"/>
                </a:solidFill>
                <a:latin typeface="Arial"/>
                <a:ea typeface="Arial"/>
                <a:cs typeface="Arial"/>
                <a:sym typeface="Arial"/>
              </a:rPr>
              <a:t>单击此处添加标题</a:t>
            </a:r>
          </a:p>
        </p:txBody>
      </p:sp>
      <p:sp>
        <p:nvSpPr>
          <p:cNvPr id="3" name="Text Box 2"/>
          <p:cNvSpPr txBox="1">
            <a:spLocks noGrp="1"/>
          </p:cNvSpPr>
          <p:nvPr>
            <p:ph type="body" sz="quarter" idx="1" hasCustomPrompt="1"/>
          </p:nvPr>
        </p:nvSpPr>
        <p:spPr>
          <a:xfrm rot="5400000">
            <a:off x="1349573" y="-447080"/>
            <a:ext cx="4358879" cy="5800725"/>
          </a:xfrm>
          <a:prstGeom prst="rect">
            <a:avLst/>
          </a:prstGeom>
        </p:spPr>
        <p:txBody>
          <a:bodyPr wrap="square" lIns="68575" tIns="34275" rIns="68575" bIns="34275" rtlCol="0" anchor="t">
            <a:normAutofit/>
          </a:bodyPr>
          <a:lstStyle>
            <a:lvl1pPr algn="l">
              <a:lnSpc>
                <a:spcPct val="90000"/>
              </a:lnSpc>
              <a:buNone/>
              <a:defRPr sz="2100"/>
            </a:lvl1pPr>
          </a:lstStyle>
          <a:p>
            <a:pPr marL="457200" marR="0" indent="-317500" algn="l">
              <a:lnSpc>
                <a:spcPct val="90000"/>
              </a:lnSpc>
              <a:spcBef>
                <a:spcPts val="800"/>
              </a:spcBef>
            </a:pPr>
            <a:r>
              <a:rPr lang="en-US" sz="2100" b="0" i="0" u="none" strike="noStrike" spc="0">
                <a:solidFill>
                  <a:srgbClr val="000000"/>
                </a:solidFill>
                <a:latin typeface="Arial"/>
                <a:ea typeface="Arial"/>
                <a:cs typeface="Arial"/>
                <a:sym typeface="Arial"/>
              </a:rPr>
              <a:t>单击此处添加文本</a:t>
            </a:r>
          </a:p>
        </p:txBody>
      </p:sp>
      <p:sp>
        <p:nvSpPr>
          <p:cNvPr id="4" name="Text Box 3"/>
          <p:cNvSpPr txBox="1">
            <a:spLocks noGrp="1"/>
          </p:cNvSpPr>
          <p:nvPr>
            <p:ph type="body" sz="quarter" idx="10"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a:lvl1pPr>
          </a:lstStyle>
          <a:p>
            <a:pPr marR="0" algn="l">
              <a:lnSpc>
                <a:spcPct val="100000"/>
              </a:lnSpc>
            </a:pPr>
            <a:r>
              <a:rPr lang="en-US" sz="900" b="0" i="0" u="none" strike="noStrike" spc="0">
                <a:solidFill>
                  <a:srgbClr val="888888"/>
                </a:solidFill>
                <a:latin typeface="Arial"/>
                <a:ea typeface="Arial"/>
                <a:cs typeface="Arial"/>
                <a:sym typeface="Arial"/>
              </a:rPr>
              <a:t>日期</a:t>
            </a:r>
          </a:p>
        </p:txBody>
      </p:sp>
      <p:sp>
        <p:nvSpPr>
          <p:cNvPr id="5" name="Text Box 4"/>
          <p:cNvSpPr txBox="1">
            <a:spLocks noGrp="1"/>
          </p:cNvSpPr>
          <p:nvPr>
            <p:ph type="body" sz="quarter" idx="11"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a:lvl1pPr>
          </a:lstStyle>
          <a:p>
            <a:pPr marR="0" algn="ctr">
              <a:lnSpc>
                <a:spcPct val="100000"/>
              </a:lnSpc>
            </a:pPr>
            <a:r>
              <a:rPr lang="en-US" sz="900" b="0" i="0" u="none" strike="noStrike" spc="0">
                <a:solidFill>
                  <a:srgbClr val="888888"/>
                </a:solidFill>
                <a:latin typeface="Arial"/>
                <a:ea typeface="Arial"/>
                <a:cs typeface="Arial"/>
                <a:sym typeface="Arial"/>
              </a:rPr>
              <a:t>页脚</a:t>
            </a:r>
          </a:p>
        </p:txBody>
      </p:sp>
      <p:sp>
        <p:nvSpPr>
          <p:cNvPr id="6" name="Text Box 5"/>
          <p:cNvSpPr txBox="1">
            <a:spLocks noGrp="1"/>
          </p:cNvSpPr>
          <p:nvPr>
            <p:ph type="body" sz="quarter" idx="12"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0EE9B37A-8DA3-4210-A767-5E8FD8126C0D}" type="slidenum">
              <a:rPr lang="zh-CN" sz="900" b="0" i="0" u="none" strike="noStrike" spc="0">
                <a:solidFill>
                  <a:srgbClr val="888888"/>
                </a:solidFill>
                <a:latin typeface="Arial"/>
                <a:ea typeface="Arial"/>
                <a:cs typeface="Arial"/>
                <a:sym typeface="Arial"/>
              </a:rPr>
              <a:t>‹#›</a:t>
            </a:fld>
            <a:endParaRPr lang="zh-CN"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preserve="1">
  <p:cSld name="TITLE">
    <p:spTree>
      <p:nvGrpSpPr>
        <p:cNvPr id="1" name=""/>
        <p:cNvGrpSpPr/>
        <p:nvPr/>
      </p:nvGrpSpPr>
      <p:grpSpPr>
        <a:xfrm>
          <a:off x="0" y="0"/>
          <a:ext cx="0" cy="0"/>
          <a:chOff x="0" y="0"/>
          <a:chExt cx="0" cy="0"/>
        </a:xfrm>
      </p:grpSpPr>
      <p:sp>
        <p:nvSpPr>
          <p:cNvPr id="2" name="Text Box 1"/>
          <p:cNvSpPr txBox="1">
            <a:spLocks noGrp="1"/>
          </p:cNvSpPr>
          <p:nvPr>
            <p:ph type="body" sz="quarter" idx="6" hasCustomPrompt="1"/>
          </p:nvPr>
        </p:nvSpPr>
        <p:spPr>
          <a:xfrm>
            <a:off x="1143000" y="841772"/>
            <a:ext cx="6858000" cy="1790700"/>
          </a:xfrm>
          <a:prstGeom prst="rect">
            <a:avLst/>
          </a:prstGeom>
        </p:spPr>
        <p:txBody>
          <a:bodyPr wrap="square" lIns="68575" tIns="34275" rIns="68575" bIns="34275" rtlCol="0" anchor="b">
            <a:normAutofit/>
          </a:bodyPr>
          <a:lstStyle>
            <a:lvl1pPr algn="ctr">
              <a:lnSpc>
                <a:spcPct val="91666"/>
              </a:lnSpc>
              <a:buNone/>
              <a:defRPr sz="4500" b="0" i="0" u="none" strike="noStrike">
                <a:solidFill>
                  <a:srgbClr val="000000"/>
                </a:solidFill>
                <a:latin typeface="Arial"/>
              </a:defRPr>
            </a:lvl1pPr>
          </a:lstStyle>
          <a:p>
            <a:pPr marL="0" marR="0" algn="ctr">
              <a:lnSpc>
                <a:spcPct val="91666"/>
              </a:lnSpc>
            </a:pPr>
            <a:r>
              <a:rPr lang="en-US" sz="4500" b="0" i="0" u="none" strike="noStrike" spc="0">
                <a:solidFill>
                  <a:srgbClr val="000000"/>
                </a:solidFill>
                <a:latin typeface="Arial"/>
                <a:ea typeface="Arial"/>
                <a:cs typeface="Arial"/>
                <a:sym typeface="Arial"/>
              </a:rPr>
              <a:t>Click to add title</a:t>
            </a:r>
          </a:p>
        </p:txBody>
      </p:sp>
      <p:sp>
        <p:nvSpPr>
          <p:cNvPr id="3" name="Text Box 2"/>
          <p:cNvSpPr txBox="1">
            <a:spLocks noGrp="1"/>
          </p:cNvSpPr>
          <p:nvPr>
            <p:ph type="body" sz="quarter" idx="7" hasCustomPrompt="1"/>
          </p:nvPr>
        </p:nvSpPr>
        <p:spPr>
          <a:xfrm>
            <a:off x="1143000" y="2701528"/>
            <a:ext cx="6858000" cy="1241821"/>
          </a:xfrm>
          <a:prstGeom prst="rect">
            <a:avLst/>
          </a:prstGeom>
        </p:spPr>
        <p:txBody>
          <a:bodyPr wrap="square" lIns="68575" tIns="34275" rIns="68575" bIns="34275" rtlCol="0" anchor="t">
            <a:normAutofit/>
          </a:bodyPr>
          <a:lstStyle>
            <a:lvl1pPr algn="ctr">
              <a:lnSpc>
                <a:spcPct val="91666"/>
              </a:lnSpc>
              <a:buNone/>
              <a:defRPr sz="1800" b="0" i="0" u="none" strike="noStrike">
                <a:solidFill>
                  <a:srgbClr val="000000"/>
                </a:solidFill>
                <a:latin typeface="Arial"/>
              </a:defRPr>
            </a:lvl1pPr>
          </a:lstStyle>
          <a:p>
            <a:pPr marL="457200" marR="0" indent="-361950" algn="ctr">
              <a:lnSpc>
                <a:spcPct val="91666"/>
              </a:lnSpc>
              <a:spcBef>
                <a:spcPts val="800"/>
              </a:spcBef>
            </a:pPr>
            <a:r>
              <a:rPr lang="en-US" sz="1800" b="0" i="0" u="none" strike="noStrike" spc="0">
                <a:solidFill>
                  <a:srgbClr val="000000"/>
                </a:solidFill>
                <a:latin typeface="Arial"/>
                <a:ea typeface="Arial"/>
                <a:cs typeface="Arial"/>
                <a:sym typeface="Arial"/>
              </a:rPr>
              <a:t>Click to add subtitle</a:t>
            </a:r>
          </a:p>
        </p:txBody>
      </p:sp>
      <p:sp>
        <p:nvSpPr>
          <p:cNvPr id="4" name="Text Box 3"/>
          <p:cNvSpPr txBox="1">
            <a:spLocks noGrp="1"/>
          </p:cNvSpPr>
          <p:nvPr>
            <p:ph type="body" sz="quarter" idx="8"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b="0" i="0" u="none" strike="noStrike">
                <a:solidFill>
                  <a:srgbClr val="888888"/>
                </a:solidFill>
                <a:latin typeface="Arial"/>
              </a:defRPr>
            </a:lvl1pPr>
          </a:lstStyle>
          <a:p>
            <a:pPr marL="0" marR="0" algn="l">
              <a:lnSpc>
                <a:spcPct val="100000"/>
              </a:lnSpc>
            </a:pPr>
            <a:r>
              <a:rPr lang="en-US" sz="900" b="0" i="0" u="none" strike="noStrike" spc="0">
                <a:solidFill>
                  <a:srgbClr val="888888"/>
                </a:solidFill>
                <a:latin typeface="Arial"/>
                <a:ea typeface="Arial"/>
                <a:cs typeface="Arial"/>
                <a:sym typeface="Arial"/>
              </a:rPr>
              <a:t>Date</a:t>
            </a:r>
          </a:p>
        </p:txBody>
      </p:sp>
      <p:sp>
        <p:nvSpPr>
          <p:cNvPr id="5" name="Text Box 4"/>
          <p:cNvSpPr txBox="1">
            <a:spLocks noGrp="1"/>
          </p:cNvSpPr>
          <p:nvPr>
            <p:ph type="body" sz="quarter" idx="9"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b="0" i="0" u="none" strike="noStrike">
                <a:solidFill>
                  <a:srgbClr val="888888"/>
                </a:solidFill>
                <a:latin typeface="Arial"/>
              </a:defRPr>
            </a:lvl1pPr>
          </a:lstStyle>
          <a:p>
            <a:pPr marL="0" marR="0" algn="ctr">
              <a:lnSpc>
                <a:spcPct val="100000"/>
              </a:lnSpc>
            </a:pPr>
            <a:r>
              <a:rPr lang="en-US" sz="900" b="0" i="0" u="none" strike="noStrike" spc="0">
                <a:solidFill>
                  <a:srgbClr val="888888"/>
                </a:solidFill>
                <a:latin typeface="Arial"/>
                <a:ea typeface="Arial"/>
                <a:cs typeface="Arial"/>
                <a:sym typeface="Arial"/>
              </a:rPr>
              <a:t>Footer</a:t>
            </a:r>
          </a:p>
        </p:txBody>
      </p:sp>
      <p:sp>
        <p:nvSpPr>
          <p:cNvPr id="6" name="Text Box 5"/>
          <p:cNvSpPr txBox="1">
            <a:spLocks noGrp="1"/>
          </p:cNvSpPr>
          <p:nvPr>
            <p:ph type="body" sz="quarter" idx="10"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99123F99-1E6E-4859-AC85-188708E86808}" type="slidenum">
              <a:rPr sz="900" b="0" i="0" u="none" strike="noStrike" spc="0">
                <a:solidFill>
                  <a:srgbClr val="888888"/>
                </a:solidFill>
                <a:latin typeface="Arial"/>
                <a:ea typeface="Arial"/>
                <a:cs typeface="Arial"/>
                <a:sym typeface="Arial"/>
              </a:rPr>
              <a:t>‹#›</a:t>
            </a:fld>
            <a:endParaRPr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BJECT" preserve="1">
  <p:cSld name="OBJECT">
    <p:spTree>
      <p:nvGrpSpPr>
        <p:cNvPr id="1" name=""/>
        <p:cNvGrpSpPr/>
        <p:nvPr/>
      </p:nvGrpSpPr>
      <p:grpSpPr>
        <a:xfrm>
          <a:off x="0" y="0"/>
          <a:ext cx="0" cy="0"/>
          <a:chOff x="0" y="0"/>
          <a:chExt cx="0" cy="0"/>
        </a:xfrm>
      </p:grpSpPr>
      <p:sp>
        <p:nvSpPr>
          <p:cNvPr id="2" name="Text Box 1"/>
          <p:cNvSpPr txBox="1">
            <a:spLocks noGrp="1"/>
          </p:cNvSpPr>
          <p:nvPr>
            <p:ph type="body" sz="quarter" idx="11" hasCustomPrompt="1"/>
          </p:nvPr>
        </p:nvSpPr>
        <p:spPr>
          <a:xfrm>
            <a:off x="628650" y="273844"/>
            <a:ext cx="7886700" cy="994172"/>
          </a:xfrm>
          <a:prstGeom prst="rect">
            <a:avLst/>
          </a:prstGeom>
        </p:spPr>
        <p:txBody>
          <a:bodyPr wrap="square" lIns="68575" tIns="34275" rIns="68575" bIns="34275" rtlCol="0" anchor="ctr">
            <a:normAutofit/>
          </a:bodyPr>
          <a:lstStyle>
            <a:lvl1pPr algn="l">
              <a:lnSpc>
                <a:spcPct val="91666"/>
              </a:lnSpc>
              <a:buNone/>
              <a:defRPr sz="3300" b="0" i="0" u="none" strike="noStrike">
                <a:solidFill>
                  <a:srgbClr val="000000"/>
                </a:solidFill>
                <a:latin typeface="Arial"/>
              </a:defRPr>
            </a:lvl1pPr>
          </a:lstStyle>
          <a:p>
            <a:pPr marL="0" marR="0" algn="l">
              <a:lnSpc>
                <a:spcPct val="91666"/>
              </a:lnSpc>
            </a:pPr>
            <a:r>
              <a:rPr lang="en-US" sz="3300" b="0" i="0" u="none" strike="noStrike" spc="0">
                <a:solidFill>
                  <a:srgbClr val="000000"/>
                </a:solidFill>
                <a:latin typeface="Arial"/>
                <a:ea typeface="Arial"/>
                <a:cs typeface="Arial"/>
                <a:sym typeface="Arial"/>
              </a:rPr>
              <a:t>Click to add title</a:t>
            </a:r>
          </a:p>
        </p:txBody>
      </p:sp>
      <p:sp>
        <p:nvSpPr>
          <p:cNvPr id="3" name="Text Box 2"/>
          <p:cNvSpPr txBox="1">
            <a:spLocks noGrp="1"/>
          </p:cNvSpPr>
          <p:nvPr>
            <p:ph type="body" sz="quarter" idx="12" hasCustomPrompt="1"/>
          </p:nvPr>
        </p:nvSpPr>
        <p:spPr>
          <a:xfrm>
            <a:off x="628650" y="1369219"/>
            <a:ext cx="7886700" cy="3263504"/>
          </a:xfrm>
          <a:prstGeom prst="rect">
            <a:avLst/>
          </a:prstGeom>
        </p:spPr>
        <p:txBody>
          <a:bodyPr wrap="square" lIns="68575" tIns="34275" rIns="68575" bIns="34275" rtlCol="0" anchor="t">
            <a:normAutofit/>
          </a:bodyPr>
          <a:lstStyle>
            <a:lvl1pPr algn="l">
              <a:lnSpc>
                <a:spcPct val="91666"/>
              </a:lnSpc>
              <a:buNone/>
              <a:defRPr sz="2100" b="0" i="0" u="none" strike="noStrike">
                <a:solidFill>
                  <a:srgbClr val="000000"/>
                </a:solidFill>
                <a:latin typeface="Arial"/>
              </a:defRPr>
            </a:lvl1pPr>
          </a:lstStyle>
          <a:p>
            <a:pPr marL="457200" marR="0" indent="-317500" algn="l">
              <a:lnSpc>
                <a:spcPct val="91666"/>
              </a:lnSpc>
              <a:spcBef>
                <a:spcPts val="800"/>
              </a:spcBef>
            </a:pPr>
            <a:r>
              <a:rPr lang="en-US" sz="2100" b="0" i="0" u="none" strike="noStrike" spc="0">
                <a:solidFill>
                  <a:srgbClr val="000000"/>
                </a:solidFill>
                <a:latin typeface="Arial"/>
                <a:ea typeface="Arial"/>
                <a:cs typeface="Arial"/>
                <a:sym typeface="Arial"/>
              </a:rPr>
              <a:t>Click to add text</a:t>
            </a:r>
          </a:p>
        </p:txBody>
      </p:sp>
      <p:sp>
        <p:nvSpPr>
          <p:cNvPr id="4" name="Text Box 3"/>
          <p:cNvSpPr txBox="1">
            <a:spLocks noGrp="1"/>
          </p:cNvSpPr>
          <p:nvPr>
            <p:ph type="body" sz="quarter" idx="13"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b="0" i="0" u="none" strike="noStrike">
                <a:solidFill>
                  <a:srgbClr val="888888"/>
                </a:solidFill>
                <a:latin typeface="Arial"/>
              </a:defRPr>
            </a:lvl1pPr>
          </a:lstStyle>
          <a:p>
            <a:pPr marL="0" marR="0" algn="l">
              <a:lnSpc>
                <a:spcPct val="100000"/>
              </a:lnSpc>
            </a:pPr>
            <a:r>
              <a:rPr lang="en-US" sz="900" b="0" i="0" u="none" strike="noStrike" spc="0">
                <a:solidFill>
                  <a:srgbClr val="888888"/>
                </a:solidFill>
                <a:latin typeface="Arial"/>
                <a:ea typeface="Arial"/>
                <a:cs typeface="Arial"/>
                <a:sym typeface="Arial"/>
              </a:rPr>
              <a:t>Date</a:t>
            </a:r>
          </a:p>
        </p:txBody>
      </p:sp>
      <p:sp>
        <p:nvSpPr>
          <p:cNvPr id="5" name="Text Box 4"/>
          <p:cNvSpPr txBox="1">
            <a:spLocks noGrp="1"/>
          </p:cNvSpPr>
          <p:nvPr>
            <p:ph type="body" sz="quarter" idx="14"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b="0" i="0" u="none" strike="noStrike">
                <a:solidFill>
                  <a:srgbClr val="888888"/>
                </a:solidFill>
                <a:latin typeface="Arial"/>
              </a:defRPr>
            </a:lvl1pPr>
          </a:lstStyle>
          <a:p>
            <a:pPr marL="0" marR="0" algn="ctr">
              <a:lnSpc>
                <a:spcPct val="100000"/>
              </a:lnSpc>
            </a:pPr>
            <a:r>
              <a:rPr lang="en-US" sz="900" b="0" i="0" u="none" strike="noStrike" spc="0">
                <a:solidFill>
                  <a:srgbClr val="888888"/>
                </a:solidFill>
                <a:latin typeface="Arial"/>
                <a:ea typeface="Arial"/>
                <a:cs typeface="Arial"/>
                <a:sym typeface="Arial"/>
              </a:rPr>
              <a:t>Footer</a:t>
            </a:r>
          </a:p>
        </p:txBody>
      </p:sp>
      <p:sp>
        <p:nvSpPr>
          <p:cNvPr id="6" name="Text Box 5"/>
          <p:cNvSpPr txBox="1">
            <a:spLocks noGrp="1"/>
          </p:cNvSpPr>
          <p:nvPr>
            <p:ph type="body" sz="quarter" idx="15"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E1D18A5E-6774-4C61-A273-D7735032FB60}" type="slidenum">
              <a:rPr sz="900" b="0" i="0" u="none" strike="noStrike" spc="0">
                <a:solidFill>
                  <a:srgbClr val="888888"/>
                </a:solidFill>
                <a:latin typeface="Arial"/>
                <a:ea typeface="Arial"/>
                <a:cs typeface="Arial"/>
                <a:sym typeface="Arial"/>
              </a:rPr>
              <a:t>‹#›</a:t>
            </a:fld>
            <a:endParaRPr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_HEADER" preserve="1">
  <p:cSld name="SECTION_HEADER">
    <p:spTree>
      <p:nvGrpSpPr>
        <p:cNvPr id="1" name=""/>
        <p:cNvGrpSpPr/>
        <p:nvPr/>
      </p:nvGrpSpPr>
      <p:grpSpPr>
        <a:xfrm>
          <a:off x="0" y="0"/>
          <a:ext cx="0" cy="0"/>
          <a:chOff x="0" y="0"/>
          <a:chExt cx="0" cy="0"/>
        </a:xfrm>
      </p:grpSpPr>
      <p:sp>
        <p:nvSpPr>
          <p:cNvPr id="2" name="Text Box 1"/>
          <p:cNvSpPr txBox="1">
            <a:spLocks noGrp="1"/>
          </p:cNvSpPr>
          <p:nvPr>
            <p:ph type="body" sz="quarter" idx="16" hasCustomPrompt="1"/>
          </p:nvPr>
        </p:nvSpPr>
        <p:spPr>
          <a:xfrm>
            <a:off x="623888" y="1282304"/>
            <a:ext cx="7886700" cy="2139553"/>
          </a:xfrm>
          <a:prstGeom prst="rect">
            <a:avLst/>
          </a:prstGeom>
        </p:spPr>
        <p:txBody>
          <a:bodyPr wrap="square" lIns="68575" tIns="34275" rIns="68575" bIns="34275" rtlCol="0" anchor="b">
            <a:normAutofit/>
          </a:bodyPr>
          <a:lstStyle>
            <a:lvl1pPr algn="l">
              <a:lnSpc>
                <a:spcPct val="91666"/>
              </a:lnSpc>
              <a:buNone/>
              <a:defRPr sz="4500" b="0" i="0" u="none" strike="noStrike">
                <a:solidFill>
                  <a:srgbClr val="000000"/>
                </a:solidFill>
                <a:latin typeface="Arial"/>
              </a:defRPr>
            </a:lvl1pPr>
          </a:lstStyle>
          <a:p>
            <a:pPr marL="0" marR="0" algn="l">
              <a:lnSpc>
                <a:spcPct val="91666"/>
              </a:lnSpc>
            </a:pPr>
            <a:r>
              <a:rPr lang="en-US" sz="4500" b="0" i="0" u="none" strike="noStrike" spc="0">
                <a:solidFill>
                  <a:srgbClr val="000000"/>
                </a:solidFill>
                <a:latin typeface="Arial"/>
                <a:ea typeface="Arial"/>
                <a:cs typeface="Arial"/>
                <a:sym typeface="Arial"/>
              </a:rPr>
              <a:t>Click to add title</a:t>
            </a:r>
          </a:p>
        </p:txBody>
      </p:sp>
      <p:sp>
        <p:nvSpPr>
          <p:cNvPr id="3" name="Text Box 2"/>
          <p:cNvSpPr txBox="1">
            <a:spLocks noGrp="1"/>
          </p:cNvSpPr>
          <p:nvPr>
            <p:ph type="body" sz="quarter" idx="17" hasCustomPrompt="1"/>
          </p:nvPr>
        </p:nvSpPr>
        <p:spPr>
          <a:xfrm>
            <a:off x="623888" y="3442097"/>
            <a:ext cx="7886700" cy="1125140"/>
          </a:xfrm>
          <a:prstGeom prst="rect">
            <a:avLst/>
          </a:prstGeom>
        </p:spPr>
        <p:txBody>
          <a:bodyPr wrap="square" lIns="68575" tIns="34275" rIns="68575" bIns="34275" rtlCol="0" anchor="t">
            <a:normAutofit/>
          </a:bodyPr>
          <a:lstStyle>
            <a:lvl1pPr algn="l">
              <a:lnSpc>
                <a:spcPct val="91666"/>
              </a:lnSpc>
              <a:buNone/>
              <a:defRPr sz="1800" b="0" i="0" u="none" strike="noStrike">
                <a:solidFill>
                  <a:srgbClr val="888888"/>
                </a:solidFill>
                <a:latin typeface="Arial"/>
              </a:defRPr>
            </a:lvl1pPr>
          </a:lstStyle>
          <a:p>
            <a:pPr marL="457200" marR="0" indent="-228600" algn="l">
              <a:lnSpc>
                <a:spcPct val="91666"/>
              </a:lnSpc>
              <a:spcBef>
                <a:spcPts val="800"/>
              </a:spcBef>
            </a:pPr>
            <a:r>
              <a:rPr lang="en-US" sz="1800" b="0" i="0" u="none" strike="noStrike" spc="0">
                <a:solidFill>
                  <a:srgbClr val="888888"/>
                </a:solidFill>
                <a:latin typeface="Arial"/>
                <a:ea typeface="Arial"/>
                <a:cs typeface="Arial"/>
                <a:sym typeface="Arial"/>
              </a:rPr>
              <a:t>Click to add text</a:t>
            </a:r>
          </a:p>
        </p:txBody>
      </p:sp>
      <p:sp>
        <p:nvSpPr>
          <p:cNvPr id="4" name="Text Box 3"/>
          <p:cNvSpPr txBox="1">
            <a:spLocks noGrp="1"/>
          </p:cNvSpPr>
          <p:nvPr>
            <p:ph type="body" sz="quarter" idx="18"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b="0" i="0" u="none" strike="noStrike">
                <a:solidFill>
                  <a:srgbClr val="888888"/>
                </a:solidFill>
                <a:latin typeface="Arial"/>
              </a:defRPr>
            </a:lvl1pPr>
          </a:lstStyle>
          <a:p>
            <a:pPr marL="0" marR="0" algn="l">
              <a:lnSpc>
                <a:spcPct val="100000"/>
              </a:lnSpc>
            </a:pPr>
            <a:r>
              <a:rPr lang="en-US" sz="900" b="0" i="0" u="none" strike="noStrike" spc="0">
                <a:solidFill>
                  <a:srgbClr val="888888"/>
                </a:solidFill>
                <a:latin typeface="Arial"/>
                <a:ea typeface="Arial"/>
                <a:cs typeface="Arial"/>
                <a:sym typeface="Arial"/>
              </a:rPr>
              <a:t>Date</a:t>
            </a:r>
          </a:p>
        </p:txBody>
      </p:sp>
      <p:sp>
        <p:nvSpPr>
          <p:cNvPr id="5" name="Text Box 4"/>
          <p:cNvSpPr txBox="1">
            <a:spLocks noGrp="1"/>
          </p:cNvSpPr>
          <p:nvPr>
            <p:ph type="body" sz="quarter" idx="19"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b="0" i="0" u="none" strike="noStrike">
                <a:solidFill>
                  <a:srgbClr val="888888"/>
                </a:solidFill>
                <a:latin typeface="Arial"/>
              </a:defRPr>
            </a:lvl1pPr>
          </a:lstStyle>
          <a:p>
            <a:pPr marL="0" marR="0" algn="ctr">
              <a:lnSpc>
                <a:spcPct val="100000"/>
              </a:lnSpc>
            </a:pPr>
            <a:r>
              <a:rPr lang="en-US" sz="900" b="0" i="0" u="none" strike="noStrike" spc="0">
                <a:solidFill>
                  <a:srgbClr val="888888"/>
                </a:solidFill>
                <a:latin typeface="Arial"/>
                <a:ea typeface="Arial"/>
                <a:cs typeface="Arial"/>
                <a:sym typeface="Arial"/>
              </a:rPr>
              <a:t>Footer</a:t>
            </a:r>
          </a:p>
        </p:txBody>
      </p:sp>
      <p:sp>
        <p:nvSpPr>
          <p:cNvPr id="6" name="Text Box 5"/>
          <p:cNvSpPr txBox="1">
            <a:spLocks noGrp="1"/>
          </p:cNvSpPr>
          <p:nvPr>
            <p:ph type="body" sz="quarter" idx="20"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C886FCCD-1A64-4E35-BC00-E109251F419B}" type="slidenum">
              <a:rPr sz="900" b="0" i="0" u="none" strike="noStrike" spc="0">
                <a:solidFill>
                  <a:srgbClr val="888888"/>
                </a:solidFill>
                <a:latin typeface="Arial"/>
                <a:ea typeface="Arial"/>
                <a:cs typeface="Arial"/>
                <a:sym typeface="Arial"/>
              </a:rPr>
              <a:t>‹#›</a:t>
            </a:fld>
            <a:endParaRPr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_OBJECTS" preserve="1">
  <p:cSld name="TWO_OBJECTS">
    <p:spTree>
      <p:nvGrpSpPr>
        <p:cNvPr id="1" name=""/>
        <p:cNvGrpSpPr/>
        <p:nvPr/>
      </p:nvGrpSpPr>
      <p:grpSpPr>
        <a:xfrm>
          <a:off x="0" y="0"/>
          <a:ext cx="0" cy="0"/>
          <a:chOff x="0" y="0"/>
          <a:chExt cx="0" cy="0"/>
        </a:xfrm>
      </p:grpSpPr>
      <p:sp>
        <p:nvSpPr>
          <p:cNvPr id="2" name="Text Box 1"/>
          <p:cNvSpPr txBox="1">
            <a:spLocks noGrp="1"/>
          </p:cNvSpPr>
          <p:nvPr>
            <p:ph type="body" sz="quarter" idx="21" hasCustomPrompt="1"/>
          </p:nvPr>
        </p:nvSpPr>
        <p:spPr>
          <a:xfrm>
            <a:off x="628650" y="273844"/>
            <a:ext cx="7886700" cy="994172"/>
          </a:xfrm>
          <a:prstGeom prst="rect">
            <a:avLst/>
          </a:prstGeom>
        </p:spPr>
        <p:txBody>
          <a:bodyPr wrap="square" lIns="68575" tIns="34275" rIns="68575" bIns="34275" rtlCol="0" anchor="ctr">
            <a:normAutofit/>
          </a:bodyPr>
          <a:lstStyle>
            <a:lvl1pPr algn="l">
              <a:lnSpc>
                <a:spcPct val="91666"/>
              </a:lnSpc>
              <a:buNone/>
              <a:defRPr sz="3300" b="0" i="0" u="none" strike="noStrike">
                <a:solidFill>
                  <a:srgbClr val="000000"/>
                </a:solidFill>
                <a:latin typeface="Arial"/>
              </a:defRPr>
            </a:lvl1pPr>
          </a:lstStyle>
          <a:p>
            <a:pPr marL="0" marR="0" algn="l">
              <a:lnSpc>
                <a:spcPct val="91666"/>
              </a:lnSpc>
            </a:pPr>
            <a:r>
              <a:rPr lang="en-US" sz="3300" b="0" i="0" u="none" strike="noStrike" spc="0">
                <a:solidFill>
                  <a:srgbClr val="000000"/>
                </a:solidFill>
                <a:latin typeface="Arial"/>
                <a:ea typeface="Arial"/>
                <a:cs typeface="Arial"/>
                <a:sym typeface="Arial"/>
              </a:rPr>
              <a:t>Click to add title</a:t>
            </a:r>
          </a:p>
        </p:txBody>
      </p:sp>
      <p:sp>
        <p:nvSpPr>
          <p:cNvPr id="3" name="Text Box 2"/>
          <p:cNvSpPr txBox="1">
            <a:spLocks noGrp="1"/>
          </p:cNvSpPr>
          <p:nvPr>
            <p:ph type="body" sz="quarter" idx="22" hasCustomPrompt="1"/>
          </p:nvPr>
        </p:nvSpPr>
        <p:spPr>
          <a:xfrm>
            <a:off x="628650" y="1369219"/>
            <a:ext cx="3886200" cy="3263504"/>
          </a:xfrm>
          <a:prstGeom prst="rect">
            <a:avLst/>
          </a:prstGeom>
        </p:spPr>
        <p:txBody>
          <a:bodyPr wrap="square" lIns="68575" tIns="34275" rIns="68575" bIns="34275" rtlCol="0" anchor="t">
            <a:normAutofit/>
          </a:bodyPr>
          <a:lstStyle>
            <a:lvl1pPr algn="l">
              <a:lnSpc>
                <a:spcPct val="91666"/>
              </a:lnSpc>
              <a:buNone/>
              <a:defRPr sz="2100" b="0" i="0" u="none" strike="noStrike">
                <a:solidFill>
                  <a:srgbClr val="000000"/>
                </a:solidFill>
                <a:latin typeface="Arial"/>
              </a:defRPr>
            </a:lvl1pPr>
          </a:lstStyle>
          <a:p>
            <a:pPr marL="457200" marR="0" indent="-317500" algn="l">
              <a:lnSpc>
                <a:spcPct val="91666"/>
              </a:lnSpc>
              <a:spcBef>
                <a:spcPts val="800"/>
              </a:spcBef>
            </a:pPr>
            <a:r>
              <a:rPr lang="en-US" sz="2100" b="0" i="0" u="none" strike="noStrike" spc="0">
                <a:solidFill>
                  <a:srgbClr val="000000"/>
                </a:solidFill>
                <a:latin typeface="Arial"/>
                <a:ea typeface="Arial"/>
                <a:cs typeface="Arial"/>
                <a:sym typeface="Arial"/>
              </a:rPr>
              <a:t>Click to add text</a:t>
            </a:r>
          </a:p>
        </p:txBody>
      </p:sp>
      <p:sp>
        <p:nvSpPr>
          <p:cNvPr id="4" name="Text Box 3"/>
          <p:cNvSpPr txBox="1">
            <a:spLocks noGrp="1"/>
          </p:cNvSpPr>
          <p:nvPr>
            <p:ph type="body" sz="quarter" idx="23" hasCustomPrompt="1"/>
          </p:nvPr>
        </p:nvSpPr>
        <p:spPr>
          <a:xfrm>
            <a:off x="4629150" y="1369219"/>
            <a:ext cx="3886200" cy="3263504"/>
          </a:xfrm>
          <a:prstGeom prst="rect">
            <a:avLst/>
          </a:prstGeom>
        </p:spPr>
        <p:txBody>
          <a:bodyPr wrap="square" lIns="68575" tIns="34275" rIns="68575" bIns="34275" rtlCol="0" anchor="t">
            <a:normAutofit/>
          </a:bodyPr>
          <a:lstStyle>
            <a:lvl1pPr algn="l">
              <a:lnSpc>
                <a:spcPct val="91666"/>
              </a:lnSpc>
              <a:buNone/>
              <a:defRPr sz="2100" b="0" i="0" u="none" strike="noStrike">
                <a:solidFill>
                  <a:srgbClr val="000000"/>
                </a:solidFill>
                <a:latin typeface="Arial"/>
              </a:defRPr>
            </a:lvl1pPr>
          </a:lstStyle>
          <a:p>
            <a:pPr marL="457200" marR="0" indent="-317500" algn="l">
              <a:lnSpc>
                <a:spcPct val="91666"/>
              </a:lnSpc>
              <a:spcBef>
                <a:spcPts val="800"/>
              </a:spcBef>
            </a:pPr>
            <a:r>
              <a:rPr lang="en-US" sz="2100" b="0" i="0" u="none" strike="noStrike" spc="0">
                <a:solidFill>
                  <a:srgbClr val="000000"/>
                </a:solidFill>
                <a:latin typeface="Arial"/>
                <a:ea typeface="Arial"/>
                <a:cs typeface="Arial"/>
                <a:sym typeface="Arial"/>
              </a:rPr>
              <a:t>Click to add text</a:t>
            </a:r>
          </a:p>
        </p:txBody>
      </p:sp>
      <p:sp>
        <p:nvSpPr>
          <p:cNvPr id="5" name="Text Box 4"/>
          <p:cNvSpPr txBox="1">
            <a:spLocks noGrp="1"/>
          </p:cNvSpPr>
          <p:nvPr>
            <p:ph type="body" sz="quarter" idx="24"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b="0" i="0" u="none" strike="noStrike">
                <a:solidFill>
                  <a:srgbClr val="888888"/>
                </a:solidFill>
                <a:latin typeface="Arial"/>
              </a:defRPr>
            </a:lvl1pPr>
          </a:lstStyle>
          <a:p>
            <a:pPr marL="0" marR="0" algn="l">
              <a:lnSpc>
                <a:spcPct val="100000"/>
              </a:lnSpc>
            </a:pPr>
            <a:r>
              <a:rPr lang="en-US" sz="900" b="0" i="0" u="none" strike="noStrike" spc="0">
                <a:solidFill>
                  <a:srgbClr val="888888"/>
                </a:solidFill>
                <a:latin typeface="Arial"/>
                <a:ea typeface="Arial"/>
                <a:cs typeface="Arial"/>
                <a:sym typeface="Arial"/>
              </a:rPr>
              <a:t>Date</a:t>
            </a:r>
          </a:p>
        </p:txBody>
      </p:sp>
      <p:sp>
        <p:nvSpPr>
          <p:cNvPr id="6" name="Text Box 5"/>
          <p:cNvSpPr txBox="1">
            <a:spLocks noGrp="1"/>
          </p:cNvSpPr>
          <p:nvPr>
            <p:ph type="body" sz="quarter" idx="25"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b="0" i="0" u="none" strike="noStrike">
                <a:solidFill>
                  <a:srgbClr val="888888"/>
                </a:solidFill>
                <a:latin typeface="Arial"/>
              </a:defRPr>
            </a:lvl1pPr>
          </a:lstStyle>
          <a:p>
            <a:pPr marL="0" marR="0" algn="ctr">
              <a:lnSpc>
                <a:spcPct val="100000"/>
              </a:lnSpc>
            </a:pPr>
            <a:r>
              <a:rPr lang="en-US" sz="900" b="0" i="0" u="none" strike="noStrike" spc="0">
                <a:solidFill>
                  <a:srgbClr val="888888"/>
                </a:solidFill>
                <a:latin typeface="Arial"/>
                <a:ea typeface="Arial"/>
                <a:cs typeface="Arial"/>
                <a:sym typeface="Arial"/>
              </a:rPr>
              <a:t>Footer</a:t>
            </a:r>
          </a:p>
        </p:txBody>
      </p:sp>
      <p:sp>
        <p:nvSpPr>
          <p:cNvPr id="7" name="Text Box 6"/>
          <p:cNvSpPr txBox="1">
            <a:spLocks noGrp="1"/>
          </p:cNvSpPr>
          <p:nvPr>
            <p:ph type="body" sz="quarter" idx="26"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ACBFD350-630B-4DAE-913A-077FAA67FD55}" type="slidenum">
              <a:rPr sz="900" b="0" i="0" u="none" strike="noStrike" spc="0">
                <a:solidFill>
                  <a:srgbClr val="888888"/>
                </a:solidFill>
                <a:latin typeface="Arial"/>
                <a:ea typeface="Arial"/>
                <a:cs typeface="Arial"/>
                <a:sym typeface="Arial"/>
              </a:rPr>
              <a:t>‹#›</a:t>
            </a:fld>
            <a:endParaRPr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_OBJECTS_WITH_TEXT" preserve="1">
  <p:cSld name="TWO_OBJECTS_WITH_TEXT">
    <p:spTree>
      <p:nvGrpSpPr>
        <p:cNvPr id="1" name=""/>
        <p:cNvGrpSpPr/>
        <p:nvPr/>
      </p:nvGrpSpPr>
      <p:grpSpPr>
        <a:xfrm>
          <a:off x="0" y="0"/>
          <a:ext cx="0" cy="0"/>
          <a:chOff x="0" y="0"/>
          <a:chExt cx="0" cy="0"/>
        </a:xfrm>
      </p:grpSpPr>
      <p:sp>
        <p:nvSpPr>
          <p:cNvPr id="2" name="Text Box 1"/>
          <p:cNvSpPr txBox="1">
            <a:spLocks noGrp="1"/>
          </p:cNvSpPr>
          <p:nvPr>
            <p:ph type="body" sz="quarter" idx="27" hasCustomPrompt="1"/>
          </p:nvPr>
        </p:nvSpPr>
        <p:spPr>
          <a:xfrm>
            <a:off x="629841" y="273844"/>
            <a:ext cx="7886700" cy="994172"/>
          </a:xfrm>
          <a:prstGeom prst="rect">
            <a:avLst/>
          </a:prstGeom>
        </p:spPr>
        <p:txBody>
          <a:bodyPr wrap="square" lIns="68575" tIns="34275" rIns="68575" bIns="34275" rtlCol="0" anchor="ctr">
            <a:normAutofit/>
          </a:bodyPr>
          <a:lstStyle>
            <a:lvl1pPr algn="l">
              <a:lnSpc>
                <a:spcPct val="91666"/>
              </a:lnSpc>
              <a:buNone/>
              <a:defRPr sz="3300" b="0" i="0" u="none" strike="noStrike">
                <a:solidFill>
                  <a:srgbClr val="000000"/>
                </a:solidFill>
                <a:latin typeface="Arial"/>
              </a:defRPr>
            </a:lvl1pPr>
          </a:lstStyle>
          <a:p>
            <a:pPr marL="0" marR="0" algn="l">
              <a:lnSpc>
                <a:spcPct val="91666"/>
              </a:lnSpc>
            </a:pPr>
            <a:r>
              <a:rPr lang="en-US" sz="3300" b="0" i="0" u="none" strike="noStrike" spc="0">
                <a:solidFill>
                  <a:srgbClr val="000000"/>
                </a:solidFill>
                <a:latin typeface="Arial"/>
                <a:ea typeface="Arial"/>
                <a:cs typeface="Arial"/>
                <a:sym typeface="Arial"/>
              </a:rPr>
              <a:t>Click to add title</a:t>
            </a:r>
          </a:p>
        </p:txBody>
      </p:sp>
      <p:sp>
        <p:nvSpPr>
          <p:cNvPr id="3" name="Text Box 2"/>
          <p:cNvSpPr txBox="1">
            <a:spLocks noGrp="1"/>
          </p:cNvSpPr>
          <p:nvPr>
            <p:ph type="body" sz="quarter" idx="28" hasCustomPrompt="1"/>
          </p:nvPr>
        </p:nvSpPr>
        <p:spPr>
          <a:xfrm>
            <a:off x="629841" y="1260872"/>
            <a:ext cx="3868340" cy="617934"/>
          </a:xfrm>
          <a:prstGeom prst="rect">
            <a:avLst/>
          </a:prstGeom>
        </p:spPr>
        <p:txBody>
          <a:bodyPr wrap="square" lIns="68575" tIns="34275" rIns="68575" bIns="34275" rtlCol="0" anchor="b">
            <a:normAutofit/>
          </a:bodyPr>
          <a:lstStyle>
            <a:lvl1pPr algn="l">
              <a:lnSpc>
                <a:spcPct val="91666"/>
              </a:lnSpc>
              <a:buNone/>
              <a:defRPr sz="1800" b="1" i="0" u="none" strike="noStrike">
                <a:solidFill>
                  <a:srgbClr val="000000"/>
                </a:solidFill>
                <a:latin typeface="Arial"/>
              </a:defRPr>
            </a:lvl1pPr>
          </a:lstStyle>
          <a:p>
            <a:pPr marL="457200" marR="0" indent="-228600" algn="l">
              <a:lnSpc>
                <a:spcPct val="91666"/>
              </a:lnSpc>
              <a:spcBef>
                <a:spcPts val="800"/>
              </a:spcBef>
            </a:pPr>
            <a:r>
              <a:rPr lang="en-US" sz="1800" b="1" i="0" u="none" strike="noStrike" spc="0">
                <a:solidFill>
                  <a:srgbClr val="000000"/>
                </a:solidFill>
                <a:latin typeface="Arial"/>
                <a:ea typeface="Arial"/>
                <a:cs typeface="Arial"/>
                <a:sym typeface="Arial"/>
              </a:rPr>
              <a:t>Click to add text</a:t>
            </a:r>
          </a:p>
        </p:txBody>
      </p:sp>
      <p:sp>
        <p:nvSpPr>
          <p:cNvPr id="4" name="Text Box 3"/>
          <p:cNvSpPr txBox="1">
            <a:spLocks noGrp="1"/>
          </p:cNvSpPr>
          <p:nvPr>
            <p:ph type="body" sz="quarter" idx="29" hasCustomPrompt="1"/>
          </p:nvPr>
        </p:nvSpPr>
        <p:spPr>
          <a:xfrm>
            <a:off x="629841" y="1878806"/>
            <a:ext cx="3868340" cy="2763441"/>
          </a:xfrm>
          <a:prstGeom prst="rect">
            <a:avLst/>
          </a:prstGeom>
        </p:spPr>
        <p:txBody>
          <a:bodyPr wrap="square" lIns="68575" tIns="34275" rIns="68575" bIns="34275" rtlCol="0" anchor="t">
            <a:normAutofit/>
          </a:bodyPr>
          <a:lstStyle>
            <a:lvl1pPr algn="l">
              <a:lnSpc>
                <a:spcPct val="91666"/>
              </a:lnSpc>
              <a:buNone/>
              <a:defRPr sz="2100" b="0" i="0" u="none" strike="noStrike">
                <a:solidFill>
                  <a:srgbClr val="000000"/>
                </a:solidFill>
                <a:latin typeface="Arial"/>
              </a:defRPr>
            </a:lvl1pPr>
          </a:lstStyle>
          <a:p>
            <a:pPr marL="457200" marR="0" indent="-317500" algn="l">
              <a:lnSpc>
                <a:spcPct val="91666"/>
              </a:lnSpc>
              <a:spcBef>
                <a:spcPts val="800"/>
              </a:spcBef>
            </a:pPr>
            <a:r>
              <a:rPr lang="en-US" sz="2100" b="0" i="0" u="none" strike="noStrike" spc="0">
                <a:solidFill>
                  <a:srgbClr val="000000"/>
                </a:solidFill>
                <a:latin typeface="Arial"/>
                <a:ea typeface="Arial"/>
                <a:cs typeface="Arial"/>
                <a:sym typeface="Arial"/>
              </a:rPr>
              <a:t>Click to add text</a:t>
            </a:r>
          </a:p>
        </p:txBody>
      </p:sp>
      <p:sp>
        <p:nvSpPr>
          <p:cNvPr id="5" name="Text Box 4"/>
          <p:cNvSpPr txBox="1">
            <a:spLocks noGrp="1"/>
          </p:cNvSpPr>
          <p:nvPr>
            <p:ph type="body" sz="quarter" idx="30" hasCustomPrompt="1"/>
          </p:nvPr>
        </p:nvSpPr>
        <p:spPr>
          <a:xfrm>
            <a:off x="4629150" y="1260872"/>
            <a:ext cx="3887391" cy="617934"/>
          </a:xfrm>
          <a:prstGeom prst="rect">
            <a:avLst/>
          </a:prstGeom>
        </p:spPr>
        <p:txBody>
          <a:bodyPr wrap="square" lIns="68575" tIns="34275" rIns="68575" bIns="34275" rtlCol="0" anchor="b">
            <a:normAutofit/>
          </a:bodyPr>
          <a:lstStyle>
            <a:lvl1pPr algn="l">
              <a:lnSpc>
                <a:spcPct val="91666"/>
              </a:lnSpc>
              <a:buNone/>
              <a:defRPr sz="1800" b="1" i="0" u="none" strike="noStrike">
                <a:solidFill>
                  <a:srgbClr val="000000"/>
                </a:solidFill>
                <a:latin typeface="Arial"/>
              </a:defRPr>
            </a:lvl1pPr>
          </a:lstStyle>
          <a:p>
            <a:pPr marL="457200" marR="0" indent="-228600" algn="l">
              <a:lnSpc>
                <a:spcPct val="91666"/>
              </a:lnSpc>
              <a:spcBef>
                <a:spcPts val="800"/>
              </a:spcBef>
            </a:pPr>
            <a:r>
              <a:rPr lang="en-US" sz="1800" b="1" i="0" u="none" strike="noStrike" spc="0">
                <a:solidFill>
                  <a:srgbClr val="000000"/>
                </a:solidFill>
                <a:latin typeface="Arial"/>
                <a:ea typeface="Arial"/>
                <a:cs typeface="Arial"/>
                <a:sym typeface="Arial"/>
              </a:rPr>
              <a:t>Click to add text</a:t>
            </a:r>
          </a:p>
        </p:txBody>
      </p:sp>
      <p:sp>
        <p:nvSpPr>
          <p:cNvPr id="6" name="Text Box 5"/>
          <p:cNvSpPr txBox="1">
            <a:spLocks noGrp="1"/>
          </p:cNvSpPr>
          <p:nvPr>
            <p:ph type="body" sz="quarter" idx="31" hasCustomPrompt="1"/>
          </p:nvPr>
        </p:nvSpPr>
        <p:spPr>
          <a:xfrm>
            <a:off x="4629150" y="1878806"/>
            <a:ext cx="3887391" cy="2763441"/>
          </a:xfrm>
          <a:prstGeom prst="rect">
            <a:avLst/>
          </a:prstGeom>
        </p:spPr>
        <p:txBody>
          <a:bodyPr wrap="square" lIns="68575" tIns="34275" rIns="68575" bIns="34275" rtlCol="0" anchor="t">
            <a:normAutofit/>
          </a:bodyPr>
          <a:lstStyle>
            <a:lvl1pPr algn="l">
              <a:lnSpc>
                <a:spcPct val="91666"/>
              </a:lnSpc>
              <a:buNone/>
              <a:defRPr sz="2100" b="0" i="0" u="none" strike="noStrike">
                <a:solidFill>
                  <a:srgbClr val="000000"/>
                </a:solidFill>
                <a:latin typeface="Arial"/>
              </a:defRPr>
            </a:lvl1pPr>
          </a:lstStyle>
          <a:p>
            <a:pPr marL="457200" marR="0" indent="-317500" algn="l">
              <a:lnSpc>
                <a:spcPct val="91666"/>
              </a:lnSpc>
              <a:spcBef>
                <a:spcPts val="800"/>
              </a:spcBef>
            </a:pPr>
            <a:r>
              <a:rPr lang="en-US" sz="2100" b="0" i="0" u="none" strike="noStrike" spc="0">
                <a:solidFill>
                  <a:srgbClr val="000000"/>
                </a:solidFill>
                <a:latin typeface="Arial"/>
                <a:ea typeface="Arial"/>
                <a:cs typeface="Arial"/>
                <a:sym typeface="Arial"/>
              </a:rPr>
              <a:t>Click to add text</a:t>
            </a:r>
          </a:p>
        </p:txBody>
      </p:sp>
      <p:sp>
        <p:nvSpPr>
          <p:cNvPr id="7" name="Text Box 6"/>
          <p:cNvSpPr txBox="1">
            <a:spLocks noGrp="1"/>
          </p:cNvSpPr>
          <p:nvPr>
            <p:ph type="body" sz="quarter" idx="32"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b="0" i="0" u="none" strike="noStrike">
                <a:solidFill>
                  <a:srgbClr val="888888"/>
                </a:solidFill>
                <a:latin typeface="Arial"/>
              </a:defRPr>
            </a:lvl1pPr>
          </a:lstStyle>
          <a:p>
            <a:pPr marL="0" marR="0" algn="l">
              <a:lnSpc>
                <a:spcPct val="100000"/>
              </a:lnSpc>
            </a:pPr>
            <a:r>
              <a:rPr lang="en-US" sz="900" b="0" i="0" u="none" strike="noStrike" spc="0">
                <a:solidFill>
                  <a:srgbClr val="888888"/>
                </a:solidFill>
                <a:latin typeface="Arial"/>
                <a:ea typeface="Arial"/>
                <a:cs typeface="Arial"/>
                <a:sym typeface="Arial"/>
              </a:rPr>
              <a:t>Date</a:t>
            </a:r>
          </a:p>
        </p:txBody>
      </p:sp>
      <p:sp>
        <p:nvSpPr>
          <p:cNvPr id="8" name="Text Box 7"/>
          <p:cNvSpPr txBox="1">
            <a:spLocks noGrp="1"/>
          </p:cNvSpPr>
          <p:nvPr>
            <p:ph type="body" sz="quarter" idx="33"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b="0" i="0" u="none" strike="noStrike">
                <a:solidFill>
                  <a:srgbClr val="888888"/>
                </a:solidFill>
                <a:latin typeface="Arial"/>
              </a:defRPr>
            </a:lvl1pPr>
          </a:lstStyle>
          <a:p>
            <a:pPr marL="0" marR="0" algn="ctr">
              <a:lnSpc>
                <a:spcPct val="100000"/>
              </a:lnSpc>
            </a:pPr>
            <a:r>
              <a:rPr lang="en-US" sz="900" b="0" i="0" u="none" strike="noStrike" spc="0">
                <a:solidFill>
                  <a:srgbClr val="888888"/>
                </a:solidFill>
                <a:latin typeface="Arial"/>
                <a:ea typeface="Arial"/>
                <a:cs typeface="Arial"/>
                <a:sym typeface="Arial"/>
              </a:rPr>
              <a:t>Footer</a:t>
            </a:r>
          </a:p>
        </p:txBody>
      </p:sp>
      <p:sp>
        <p:nvSpPr>
          <p:cNvPr id="9" name="Text Box 8"/>
          <p:cNvSpPr txBox="1">
            <a:spLocks noGrp="1"/>
          </p:cNvSpPr>
          <p:nvPr>
            <p:ph type="body" sz="quarter" idx="34"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C7114386-3379-4CD8-BD77-722549E3D6AD}" type="slidenum">
              <a:rPr sz="900" b="0" i="0" u="none" strike="noStrike" spc="0">
                <a:solidFill>
                  <a:srgbClr val="888888"/>
                </a:solidFill>
                <a:latin typeface="Arial"/>
                <a:ea typeface="Arial"/>
                <a:cs typeface="Arial"/>
                <a:sym typeface="Arial"/>
              </a:rPr>
              <a:t>‹#›</a:t>
            </a:fld>
            <a:endParaRPr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_ONLY" preserve="1">
  <p:cSld name="TITLE_ONLY">
    <p:spTree>
      <p:nvGrpSpPr>
        <p:cNvPr id="1" name=""/>
        <p:cNvGrpSpPr/>
        <p:nvPr/>
      </p:nvGrpSpPr>
      <p:grpSpPr>
        <a:xfrm>
          <a:off x="0" y="0"/>
          <a:ext cx="0" cy="0"/>
          <a:chOff x="0" y="0"/>
          <a:chExt cx="0" cy="0"/>
        </a:xfrm>
      </p:grpSpPr>
      <p:sp>
        <p:nvSpPr>
          <p:cNvPr id="2" name="Text Box 1"/>
          <p:cNvSpPr txBox="1">
            <a:spLocks noGrp="1"/>
          </p:cNvSpPr>
          <p:nvPr>
            <p:ph type="body" sz="quarter" idx="35" hasCustomPrompt="1"/>
          </p:nvPr>
        </p:nvSpPr>
        <p:spPr>
          <a:xfrm>
            <a:off x="628650" y="273844"/>
            <a:ext cx="7886700" cy="994172"/>
          </a:xfrm>
          <a:prstGeom prst="rect">
            <a:avLst/>
          </a:prstGeom>
        </p:spPr>
        <p:txBody>
          <a:bodyPr wrap="square" lIns="68575" tIns="34275" rIns="68575" bIns="34275" rtlCol="0" anchor="ctr">
            <a:normAutofit/>
          </a:bodyPr>
          <a:lstStyle>
            <a:lvl1pPr algn="l">
              <a:lnSpc>
                <a:spcPct val="91666"/>
              </a:lnSpc>
              <a:buNone/>
              <a:defRPr sz="3300" b="0" i="0" u="none" strike="noStrike">
                <a:solidFill>
                  <a:srgbClr val="000000"/>
                </a:solidFill>
                <a:latin typeface="Arial"/>
              </a:defRPr>
            </a:lvl1pPr>
          </a:lstStyle>
          <a:p>
            <a:pPr marL="0" marR="0" algn="l">
              <a:lnSpc>
                <a:spcPct val="91666"/>
              </a:lnSpc>
            </a:pPr>
            <a:r>
              <a:rPr lang="en-US" sz="3300" b="0" i="0" u="none" strike="noStrike" spc="0">
                <a:solidFill>
                  <a:srgbClr val="000000"/>
                </a:solidFill>
                <a:latin typeface="Arial"/>
                <a:ea typeface="Arial"/>
                <a:cs typeface="Arial"/>
                <a:sym typeface="Arial"/>
              </a:rPr>
              <a:t>Click to add title</a:t>
            </a:r>
          </a:p>
        </p:txBody>
      </p:sp>
      <p:sp>
        <p:nvSpPr>
          <p:cNvPr id="3" name="Text Box 2"/>
          <p:cNvSpPr txBox="1">
            <a:spLocks noGrp="1"/>
          </p:cNvSpPr>
          <p:nvPr>
            <p:ph type="body" sz="quarter" idx="36"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b="0" i="0" u="none" strike="noStrike">
                <a:solidFill>
                  <a:srgbClr val="888888"/>
                </a:solidFill>
                <a:latin typeface="Arial"/>
              </a:defRPr>
            </a:lvl1pPr>
          </a:lstStyle>
          <a:p>
            <a:pPr marL="0" marR="0" algn="l">
              <a:lnSpc>
                <a:spcPct val="100000"/>
              </a:lnSpc>
            </a:pPr>
            <a:r>
              <a:rPr lang="en-US" sz="900" b="0" i="0" u="none" strike="noStrike" spc="0">
                <a:solidFill>
                  <a:srgbClr val="888888"/>
                </a:solidFill>
                <a:latin typeface="Arial"/>
                <a:ea typeface="Arial"/>
                <a:cs typeface="Arial"/>
                <a:sym typeface="Arial"/>
              </a:rPr>
              <a:t>Date</a:t>
            </a:r>
          </a:p>
        </p:txBody>
      </p:sp>
      <p:sp>
        <p:nvSpPr>
          <p:cNvPr id="4" name="Text Box 3"/>
          <p:cNvSpPr txBox="1">
            <a:spLocks noGrp="1"/>
          </p:cNvSpPr>
          <p:nvPr>
            <p:ph type="body" sz="quarter" idx="37"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b="0" i="0" u="none" strike="noStrike">
                <a:solidFill>
                  <a:srgbClr val="888888"/>
                </a:solidFill>
                <a:latin typeface="Arial"/>
              </a:defRPr>
            </a:lvl1pPr>
          </a:lstStyle>
          <a:p>
            <a:pPr marL="0" marR="0" algn="ctr">
              <a:lnSpc>
                <a:spcPct val="100000"/>
              </a:lnSpc>
            </a:pPr>
            <a:r>
              <a:rPr lang="en-US" sz="900" b="0" i="0" u="none" strike="noStrike" spc="0">
                <a:solidFill>
                  <a:srgbClr val="888888"/>
                </a:solidFill>
                <a:latin typeface="Arial"/>
                <a:ea typeface="Arial"/>
                <a:cs typeface="Arial"/>
                <a:sym typeface="Arial"/>
              </a:rPr>
              <a:t>Footer</a:t>
            </a:r>
          </a:p>
        </p:txBody>
      </p:sp>
      <p:sp>
        <p:nvSpPr>
          <p:cNvPr id="5" name="Text Box 4"/>
          <p:cNvSpPr txBox="1">
            <a:spLocks noGrp="1"/>
          </p:cNvSpPr>
          <p:nvPr>
            <p:ph type="body" sz="quarter" idx="38"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06E1014A-1306-4DE3-97A7-5802ADBEA438}" type="slidenum">
              <a:rPr sz="900" b="0" i="0" u="none" strike="noStrike" spc="0">
                <a:solidFill>
                  <a:srgbClr val="888888"/>
                </a:solidFill>
                <a:latin typeface="Arial"/>
                <a:ea typeface="Arial"/>
                <a:cs typeface="Arial"/>
                <a:sym typeface="Arial"/>
              </a:rPr>
              <a:t>‹#›</a:t>
            </a:fld>
            <a:endParaRPr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preserve="1">
  <p:cSld name="BLANK">
    <p:spTree>
      <p:nvGrpSpPr>
        <p:cNvPr id="1" name=""/>
        <p:cNvGrpSpPr/>
        <p:nvPr/>
      </p:nvGrpSpPr>
      <p:grpSpPr>
        <a:xfrm>
          <a:off x="0" y="0"/>
          <a:ext cx="0" cy="0"/>
          <a:chOff x="0" y="0"/>
          <a:chExt cx="0" cy="0"/>
        </a:xfrm>
      </p:grpSpPr>
      <p:sp>
        <p:nvSpPr>
          <p:cNvPr id="2" name="Text Box 1"/>
          <p:cNvSpPr txBox="1">
            <a:spLocks noGrp="1"/>
          </p:cNvSpPr>
          <p:nvPr>
            <p:ph type="body" sz="quarter" idx="39"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b="0" i="0" u="none" strike="noStrike">
                <a:solidFill>
                  <a:srgbClr val="888888"/>
                </a:solidFill>
                <a:latin typeface="Arial"/>
              </a:defRPr>
            </a:lvl1pPr>
          </a:lstStyle>
          <a:p>
            <a:pPr marL="0" marR="0" algn="l">
              <a:lnSpc>
                <a:spcPct val="100000"/>
              </a:lnSpc>
            </a:pPr>
            <a:r>
              <a:rPr lang="en-US" sz="900" b="0" i="0" u="none" strike="noStrike" spc="0">
                <a:solidFill>
                  <a:srgbClr val="888888"/>
                </a:solidFill>
                <a:latin typeface="Arial"/>
                <a:ea typeface="Arial"/>
                <a:cs typeface="Arial"/>
                <a:sym typeface="Arial"/>
              </a:rPr>
              <a:t>Date</a:t>
            </a:r>
          </a:p>
        </p:txBody>
      </p:sp>
      <p:sp>
        <p:nvSpPr>
          <p:cNvPr id="3" name="Text Box 2"/>
          <p:cNvSpPr txBox="1">
            <a:spLocks noGrp="1"/>
          </p:cNvSpPr>
          <p:nvPr>
            <p:ph type="body" sz="quarter" idx="40"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b="0" i="0" u="none" strike="noStrike">
                <a:solidFill>
                  <a:srgbClr val="888888"/>
                </a:solidFill>
                <a:latin typeface="Arial"/>
              </a:defRPr>
            </a:lvl1pPr>
          </a:lstStyle>
          <a:p>
            <a:pPr marL="0" marR="0" algn="ctr">
              <a:lnSpc>
                <a:spcPct val="100000"/>
              </a:lnSpc>
            </a:pPr>
            <a:r>
              <a:rPr lang="en-US" sz="900" b="0" i="0" u="none" strike="noStrike" spc="0">
                <a:solidFill>
                  <a:srgbClr val="888888"/>
                </a:solidFill>
                <a:latin typeface="Arial"/>
                <a:ea typeface="Arial"/>
                <a:cs typeface="Arial"/>
                <a:sym typeface="Arial"/>
              </a:rPr>
              <a:t>Footer</a:t>
            </a:r>
          </a:p>
        </p:txBody>
      </p:sp>
      <p:sp>
        <p:nvSpPr>
          <p:cNvPr id="4" name="Text Box 3"/>
          <p:cNvSpPr txBox="1">
            <a:spLocks noGrp="1"/>
          </p:cNvSpPr>
          <p:nvPr>
            <p:ph type="body" sz="quarter" idx="41"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8F71B4EF-F0CC-45CB-B9F4-72CD2FB9DC56}" type="slidenum">
              <a:rPr sz="900" b="0" i="0" u="none" strike="noStrike" spc="0">
                <a:solidFill>
                  <a:srgbClr val="888888"/>
                </a:solidFill>
                <a:latin typeface="Arial"/>
                <a:ea typeface="Arial"/>
                <a:cs typeface="Arial"/>
                <a:sym typeface="Arial"/>
              </a:rPr>
              <a:t>‹#›</a:t>
            </a:fld>
            <a:endParaRPr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BJECT_WITH_CAPTION_TEXT" preserve="1">
  <p:cSld name="OBJECT_WITH_CAPTION_TEXT">
    <p:spTree>
      <p:nvGrpSpPr>
        <p:cNvPr id="1" name=""/>
        <p:cNvGrpSpPr/>
        <p:nvPr/>
      </p:nvGrpSpPr>
      <p:grpSpPr>
        <a:xfrm>
          <a:off x="0" y="0"/>
          <a:ext cx="0" cy="0"/>
          <a:chOff x="0" y="0"/>
          <a:chExt cx="0" cy="0"/>
        </a:xfrm>
      </p:grpSpPr>
      <p:sp>
        <p:nvSpPr>
          <p:cNvPr id="2" name="Text Box 1"/>
          <p:cNvSpPr txBox="1">
            <a:spLocks noGrp="1"/>
          </p:cNvSpPr>
          <p:nvPr>
            <p:ph type="body" sz="quarter" idx="42" hasCustomPrompt="1"/>
          </p:nvPr>
        </p:nvSpPr>
        <p:spPr>
          <a:xfrm>
            <a:off x="629841" y="342900"/>
            <a:ext cx="2949178" cy="1200150"/>
          </a:xfrm>
          <a:prstGeom prst="rect">
            <a:avLst/>
          </a:prstGeom>
        </p:spPr>
        <p:txBody>
          <a:bodyPr wrap="square" lIns="68575" tIns="34275" rIns="68575" bIns="34275" rtlCol="0" anchor="b">
            <a:normAutofit/>
          </a:bodyPr>
          <a:lstStyle>
            <a:lvl1pPr algn="l">
              <a:lnSpc>
                <a:spcPct val="91666"/>
              </a:lnSpc>
              <a:buNone/>
              <a:defRPr sz="2400" b="0" i="0" u="none" strike="noStrike">
                <a:solidFill>
                  <a:srgbClr val="000000"/>
                </a:solidFill>
                <a:latin typeface="Arial"/>
              </a:defRPr>
            </a:lvl1pPr>
          </a:lstStyle>
          <a:p>
            <a:pPr marL="0" marR="0" algn="l">
              <a:lnSpc>
                <a:spcPct val="91666"/>
              </a:lnSpc>
            </a:pPr>
            <a:r>
              <a:rPr lang="en-US" sz="2400" b="0" i="0" u="none" strike="noStrike" spc="0">
                <a:solidFill>
                  <a:srgbClr val="000000"/>
                </a:solidFill>
                <a:latin typeface="Arial"/>
                <a:ea typeface="Arial"/>
                <a:cs typeface="Arial"/>
                <a:sym typeface="Arial"/>
              </a:rPr>
              <a:t>Click to add title</a:t>
            </a:r>
          </a:p>
        </p:txBody>
      </p:sp>
      <p:sp>
        <p:nvSpPr>
          <p:cNvPr id="3" name="Text Box 2"/>
          <p:cNvSpPr txBox="1">
            <a:spLocks noGrp="1"/>
          </p:cNvSpPr>
          <p:nvPr>
            <p:ph type="body" sz="quarter" idx="43" hasCustomPrompt="1"/>
          </p:nvPr>
        </p:nvSpPr>
        <p:spPr>
          <a:xfrm>
            <a:off x="3887391" y="740569"/>
            <a:ext cx="4629150" cy="3655219"/>
          </a:xfrm>
          <a:prstGeom prst="rect">
            <a:avLst/>
          </a:prstGeom>
        </p:spPr>
        <p:txBody>
          <a:bodyPr wrap="square" lIns="68575" tIns="34275" rIns="68575" bIns="34275" rtlCol="0" anchor="t">
            <a:normAutofit/>
          </a:bodyPr>
          <a:lstStyle>
            <a:lvl1pPr algn="l">
              <a:lnSpc>
                <a:spcPct val="91666"/>
              </a:lnSpc>
              <a:buNone/>
              <a:defRPr sz="2400" b="0" i="0" u="none" strike="noStrike">
                <a:solidFill>
                  <a:srgbClr val="000000"/>
                </a:solidFill>
                <a:latin typeface="Arial"/>
              </a:defRPr>
            </a:lvl1pPr>
          </a:lstStyle>
          <a:p>
            <a:pPr marL="457200" marR="0" indent="-381000" algn="l">
              <a:lnSpc>
                <a:spcPct val="91666"/>
              </a:lnSpc>
              <a:spcBef>
                <a:spcPts val="800"/>
              </a:spcBef>
            </a:pPr>
            <a:r>
              <a:rPr lang="en-US" sz="2400" b="0" i="0" u="none" strike="noStrike" spc="0">
                <a:solidFill>
                  <a:srgbClr val="000000"/>
                </a:solidFill>
                <a:latin typeface="Arial"/>
                <a:ea typeface="Arial"/>
                <a:cs typeface="Arial"/>
                <a:sym typeface="Arial"/>
              </a:rPr>
              <a:t>Click to add text</a:t>
            </a:r>
          </a:p>
        </p:txBody>
      </p:sp>
      <p:sp>
        <p:nvSpPr>
          <p:cNvPr id="4" name="Text Box 3"/>
          <p:cNvSpPr txBox="1">
            <a:spLocks noGrp="1"/>
          </p:cNvSpPr>
          <p:nvPr>
            <p:ph type="body" sz="quarter" idx="44" hasCustomPrompt="1"/>
          </p:nvPr>
        </p:nvSpPr>
        <p:spPr>
          <a:xfrm>
            <a:off x="629841" y="1543050"/>
            <a:ext cx="2949178" cy="2858691"/>
          </a:xfrm>
          <a:prstGeom prst="rect">
            <a:avLst/>
          </a:prstGeom>
        </p:spPr>
        <p:txBody>
          <a:bodyPr wrap="square" lIns="68575" tIns="34275" rIns="68575" bIns="34275" rtlCol="0" anchor="t">
            <a:normAutofit/>
          </a:bodyPr>
          <a:lstStyle>
            <a:lvl1pPr algn="l">
              <a:lnSpc>
                <a:spcPct val="91666"/>
              </a:lnSpc>
              <a:buNone/>
              <a:defRPr sz="1200" b="0" i="0" u="none" strike="noStrike">
                <a:solidFill>
                  <a:srgbClr val="000000"/>
                </a:solidFill>
                <a:latin typeface="Arial"/>
              </a:defRPr>
            </a:lvl1pPr>
          </a:lstStyle>
          <a:p>
            <a:pPr marL="457200" marR="0" indent="-228600" algn="l">
              <a:lnSpc>
                <a:spcPct val="91666"/>
              </a:lnSpc>
              <a:spcBef>
                <a:spcPts val="800"/>
              </a:spcBef>
            </a:pPr>
            <a:r>
              <a:rPr lang="en-US" sz="1200" b="0" i="0" u="none" strike="noStrike" spc="0">
                <a:solidFill>
                  <a:srgbClr val="000000"/>
                </a:solidFill>
                <a:latin typeface="Arial"/>
                <a:ea typeface="Arial"/>
                <a:cs typeface="Arial"/>
                <a:sym typeface="Arial"/>
              </a:rPr>
              <a:t>Click to add text</a:t>
            </a:r>
          </a:p>
        </p:txBody>
      </p:sp>
      <p:sp>
        <p:nvSpPr>
          <p:cNvPr id="5" name="Text Box 4"/>
          <p:cNvSpPr txBox="1">
            <a:spLocks noGrp="1"/>
          </p:cNvSpPr>
          <p:nvPr>
            <p:ph type="body" sz="quarter" idx="45"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b="0" i="0" u="none" strike="noStrike">
                <a:solidFill>
                  <a:srgbClr val="888888"/>
                </a:solidFill>
                <a:latin typeface="Arial"/>
              </a:defRPr>
            </a:lvl1pPr>
          </a:lstStyle>
          <a:p>
            <a:pPr marL="0" marR="0" algn="l">
              <a:lnSpc>
                <a:spcPct val="100000"/>
              </a:lnSpc>
            </a:pPr>
            <a:r>
              <a:rPr lang="en-US" sz="900" b="0" i="0" u="none" strike="noStrike" spc="0">
                <a:solidFill>
                  <a:srgbClr val="888888"/>
                </a:solidFill>
                <a:latin typeface="Arial"/>
                <a:ea typeface="Arial"/>
                <a:cs typeface="Arial"/>
                <a:sym typeface="Arial"/>
              </a:rPr>
              <a:t>Date</a:t>
            </a:r>
          </a:p>
        </p:txBody>
      </p:sp>
      <p:sp>
        <p:nvSpPr>
          <p:cNvPr id="6" name="Text Box 5"/>
          <p:cNvSpPr txBox="1">
            <a:spLocks noGrp="1"/>
          </p:cNvSpPr>
          <p:nvPr>
            <p:ph type="body" sz="quarter" idx="46"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b="0" i="0" u="none" strike="noStrike">
                <a:solidFill>
                  <a:srgbClr val="888888"/>
                </a:solidFill>
                <a:latin typeface="Arial"/>
              </a:defRPr>
            </a:lvl1pPr>
          </a:lstStyle>
          <a:p>
            <a:pPr marL="0" marR="0" algn="ctr">
              <a:lnSpc>
                <a:spcPct val="100000"/>
              </a:lnSpc>
            </a:pPr>
            <a:r>
              <a:rPr lang="en-US" sz="900" b="0" i="0" u="none" strike="noStrike" spc="0">
                <a:solidFill>
                  <a:srgbClr val="888888"/>
                </a:solidFill>
                <a:latin typeface="Arial"/>
                <a:ea typeface="Arial"/>
                <a:cs typeface="Arial"/>
                <a:sym typeface="Arial"/>
              </a:rPr>
              <a:t>Footer</a:t>
            </a:r>
          </a:p>
        </p:txBody>
      </p:sp>
      <p:sp>
        <p:nvSpPr>
          <p:cNvPr id="7" name="Text Box 6"/>
          <p:cNvSpPr txBox="1">
            <a:spLocks noGrp="1"/>
          </p:cNvSpPr>
          <p:nvPr>
            <p:ph type="body" sz="quarter" idx="47"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D3AAAAF5-14E4-4E03-B61F-24A2A7DEFCD5}" type="slidenum">
              <a:rPr sz="900" b="0" i="0" u="none" strike="noStrike" spc="0">
                <a:solidFill>
                  <a:srgbClr val="888888"/>
                </a:solidFill>
                <a:latin typeface="Arial"/>
                <a:ea typeface="Arial"/>
                <a:cs typeface="Arial"/>
                <a:sym typeface="Arial"/>
              </a:rPr>
              <a:t>‹#›</a:t>
            </a:fld>
            <a:endParaRPr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_WITH_CAPTION_TEXT" preserve="1">
  <p:cSld name="PICTURE_WITH_CAPTION_TEXT">
    <p:spTree>
      <p:nvGrpSpPr>
        <p:cNvPr id="1" name=""/>
        <p:cNvGrpSpPr/>
        <p:nvPr/>
      </p:nvGrpSpPr>
      <p:grpSpPr>
        <a:xfrm>
          <a:off x="0" y="0"/>
          <a:ext cx="0" cy="0"/>
          <a:chOff x="0" y="0"/>
          <a:chExt cx="0" cy="0"/>
        </a:xfrm>
      </p:grpSpPr>
      <p:sp>
        <p:nvSpPr>
          <p:cNvPr id="2" name="Text Box 1"/>
          <p:cNvSpPr txBox="1">
            <a:spLocks noGrp="1"/>
          </p:cNvSpPr>
          <p:nvPr>
            <p:ph type="body" sz="quarter" idx="48" hasCustomPrompt="1"/>
          </p:nvPr>
        </p:nvSpPr>
        <p:spPr>
          <a:xfrm>
            <a:off x="629841" y="342900"/>
            <a:ext cx="2949178" cy="1200150"/>
          </a:xfrm>
          <a:prstGeom prst="rect">
            <a:avLst/>
          </a:prstGeom>
        </p:spPr>
        <p:txBody>
          <a:bodyPr wrap="square" lIns="68575" tIns="34275" rIns="68575" bIns="34275" rtlCol="0" anchor="b">
            <a:normAutofit/>
          </a:bodyPr>
          <a:lstStyle>
            <a:lvl1pPr algn="l">
              <a:lnSpc>
                <a:spcPct val="91666"/>
              </a:lnSpc>
              <a:buNone/>
              <a:defRPr sz="2400" b="0" i="0" u="none" strike="noStrike">
                <a:solidFill>
                  <a:srgbClr val="000000"/>
                </a:solidFill>
                <a:latin typeface="Arial"/>
              </a:defRPr>
            </a:lvl1pPr>
          </a:lstStyle>
          <a:p>
            <a:pPr marL="0" marR="0" algn="l">
              <a:lnSpc>
                <a:spcPct val="91666"/>
              </a:lnSpc>
            </a:pPr>
            <a:r>
              <a:rPr lang="en-US" sz="2400" b="0" i="0" u="none" strike="noStrike" spc="0">
                <a:solidFill>
                  <a:srgbClr val="000000"/>
                </a:solidFill>
                <a:latin typeface="Arial"/>
                <a:ea typeface="Arial"/>
                <a:cs typeface="Arial"/>
                <a:sym typeface="Arial"/>
              </a:rPr>
              <a:t>Click to add title</a:t>
            </a:r>
          </a:p>
        </p:txBody>
      </p:sp>
      <p:sp>
        <p:nvSpPr>
          <p:cNvPr id="3" name="Auto Shape 2"/>
          <p:cNvSpPr>
            <a:spLocks noGrp="1"/>
          </p:cNvSpPr>
          <p:nvPr>
            <p:ph type="pic" sz="quarter" idx="49"/>
          </p:nvPr>
        </p:nvSpPr>
        <p:spPr>
          <a:xfrm>
            <a:off x="3887391" y="740569"/>
            <a:ext cx="4629150" cy="3655219"/>
          </a:xfrm>
          <a:prstGeom prst="rect">
            <a:avLst/>
          </a:prstGeom>
          <a:ln w="12700">
            <a:noFill/>
          </a:ln>
        </p:spPr>
        <p:txBody>
          <a:bodyPr/>
          <a:lstStyle/>
          <a:p>
            <a:endParaRPr/>
          </a:p>
        </p:txBody>
      </p:sp>
      <p:sp>
        <p:nvSpPr>
          <p:cNvPr id="4" name="Text Box 3"/>
          <p:cNvSpPr txBox="1">
            <a:spLocks noGrp="1"/>
          </p:cNvSpPr>
          <p:nvPr>
            <p:ph type="body" sz="quarter" idx="50" hasCustomPrompt="1"/>
          </p:nvPr>
        </p:nvSpPr>
        <p:spPr>
          <a:xfrm>
            <a:off x="629841" y="1543050"/>
            <a:ext cx="2949178" cy="2858691"/>
          </a:xfrm>
          <a:prstGeom prst="rect">
            <a:avLst/>
          </a:prstGeom>
        </p:spPr>
        <p:txBody>
          <a:bodyPr wrap="square" lIns="68575" tIns="34275" rIns="68575" bIns="34275" rtlCol="0" anchor="t">
            <a:normAutofit/>
          </a:bodyPr>
          <a:lstStyle>
            <a:lvl1pPr algn="l">
              <a:lnSpc>
                <a:spcPct val="91666"/>
              </a:lnSpc>
              <a:buNone/>
              <a:defRPr sz="1200" b="0" i="0" u="none" strike="noStrike">
                <a:solidFill>
                  <a:srgbClr val="000000"/>
                </a:solidFill>
                <a:latin typeface="Arial"/>
              </a:defRPr>
            </a:lvl1pPr>
          </a:lstStyle>
          <a:p>
            <a:pPr marL="457200" marR="0" indent="-228600" algn="l">
              <a:lnSpc>
                <a:spcPct val="91666"/>
              </a:lnSpc>
              <a:spcBef>
                <a:spcPts val="800"/>
              </a:spcBef>
            </a:pPr>
            <a:r>
              <a:rPr lang="en-US" sz="1200" b="0" i="0" u="none" strike="noStrike" spc="0">
                <a:solidFill>
                  <a:srgbClr val="000000"/>
                </a:solidFill>
                <a:latin typeface="Arial"/>
                <a:ea typeface="Arial"/>
                <a:cs typeface="Arial"/>
                <a:sym typeface="Arial"/>
              </a:rPr>
              <a:t>Click to add text</a:t>
            </a:r>
          </a:p>
        </p:txBody>
      </p:sp>
      <p:sp>
        <p:nvSpPr>
          <p:cNvPr id="5" name="Text Box 4"/>
          <p:cNvSpPr txBox="1">
            <a:spLocks noGrp="1"/>
          </p:cNvSpPr>
          <p:nvPr>
            <p:ph type="body" sz="quarter" idx="51"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b="0" i="0" u="none" strike="noStrike">
                <a:solidFill>
                  <a:srgbClr val="888888"/>
                </a:solidFill>
                <a:latin typeface="Arial"/>
              </a:defRPr>
            </a:lvl1pPr>
          </a:lstStyle>
          <a:p>
            <a:pPr marL="0" marR="0" algn="l">
              <a:lnSpc>
                <a:spcPct val="100000"/>
              </a:lnSpc>
            </a:pPr>
            <a:r>
              <a:rPr lang="en-US" sz="900" b="0" i="0" u="none" strike="noStrike" spc="0">
                <a:solidFill>
                  <a:srgbClr val="888888"/>
                </a:solidFill>
                <a:latin typeface="Arial"/>
                <a:ea typeface="Arial"/>
                <a:cs typeface="Arial"/>
                <a:sym typeface="Arial"/>
              </a:rPr>
              <a:t>Date</a:t>
            </a:r>
          </a:p>
        </p:txBody>
      </p:sp>
      <p:sp>
        <p:nvSpPr>
          <p:cNvPr id="6" name="Text Box 5"/>
          <p:cNvSpPr txBox="1">
            <a:spLocks noGrp="1"/>
          </p:cNvSpPr>
          <p:nvPr>
            <p:ph type="body" sz="quarter" idx="52"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b="0" i="0" u="none" strike="noStrike">
                <a:solidFill>
                  <a:srgbClr val="888888"/>
                </a:solidFill>
                <a:latin typeface="Arial"/>
              </a:defRPr>
            </a:lvl1pPr>
          </a:lstStyle>
          <a:p>
            <a:pPr marL="0" marR="0" algn="ctr">
              <a:lnSpc>
                <a:spcPct val="100000"/>
              </a:lnSpc>
            </a:pPr>
            <a:r>
              <a:rPr lang="en-US" sz="900" b="0" i="0" u="none" strike="noStrike" spc="0">
                <a:solidFill>
                  <a:srgbClr val="888888"/>
                </a:solidFill>
                <a:latin typeface="Arial"/>
                <a:ea typeface="Arial"/>
                <a:cs typeface="Arial"/>
                <a:sym typeface="Arial"/>
              </a:rPr>
              <a:t>Footer</a:t>
            </a:r>
          </a:p>
        </p:txBody>
      </p:sp>
      <p:sp>
        <p:nvSpPr>
          <p:cNvPr id="7" name="Text Box 6"/>
          <p:cNvSpPr txBox="1">
            <a:spLocks noGrp="1"/>
          </p:cNvSpPr>
          <p:nvPr>
            <p:ph type="body" sz="quarter" idx="53"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15B274E7-0782-46A4-90B6-F43790C5728E}" type="slidenum">
              <a:rPr sz="900" b="0" i="0" u="none" strike="noStrike" spc="0">
                <a:solidFill>
                  <a:srgbClr val="888888"/>
                </a:solidFill>
                <a:latin typeface="Arial"/>
                <a:ea typeface="Arial"/>
                <a:cs typeface="Arial"/>
                <a:sym typeface="Arial"/>
              </a:rPr>
              <a:t>‹#›</a:t>
            </a:fld>
            <a:endParaRPr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_TEXT" preserve="1">
  <p:cSld name="VERTICAL_TEXT">
    <p:spTree>
      <p:nvGrpSpPr>
        <p:cNvPr id="1" name=""/>
        <p:cNvGrpSpPr/>
        <p:nvPr/>
      </p:nvGrpSpPr>
      <p:grpSpPr>
        <a:xfrm>
          <a:off x="0" y="0"/>
          <a:ext cx="0" cy="0"/>
          <a:chOff x="0" y="0"/>
          <a:chExt cx="0" cy="0"/>
        </a:xfrm>
      </p:grpSpPr>
      <p:sp>
        <p:nvSpPr>
          <p:cNvPr id="2" name="Text Box 1"/>
          <p:cNvSpPr txBox="1">
            <a:spLocks noGrp="1"/>
          </p:cNvSpPr>
          <p:nvPr>
            <p:ph type="body" sz="quarter" idx="54" hasCustomPrompt="1"/>
          </p:nvPr>
        </p:nvSpPr>
        <p:spPr>
          <a:xfrm>
            <a:off x="628650" y="273844"/>
            <a:ext cx="7886700" cy="994172"/>
          </a:xfrm>
          <a:prstGeom prst="rect">
            <a:avLst/>
          </a:prstGeom>
        </p:spPr>
        <p:txBody>
          <a:bodyPr wrap="square" lIns="68575" tIns="34275" rIns="68575" bIns="34275" rtlCol="0" anchor="ctr">
            <a:normAutofit/>
          </a:bodyPr>
          <a:lstStyle>
            <a:lvl1pPr algn="l">
              <a:lnSpc>
                <a:spcPct val="91666"/>
              </a:lnSpc>
              <a:buNone/>
              <a:defRPr sz="3300" b="0" i="0" u="none" strike="noStrike">
                <a:solidFill>
                  <a:srgbClr val="000000"/>
                </a:solidFill>
                <a:latin typeface="Arial"/>
              </a:defRPr>
            </a:lvl1pPr>
          </a:lstStyle>
          <a:p>
            <a:pPr marL="0" marR="0" algn="l">
              <a:lnSpc>
                <a:spcPct val="91666"/>
              </a:lnSpc>
            </a:pPr>
            <a:r>
              <a:rPr lang="en-US" sz="3300" b="0" i="0" u="none" strike="noStrike" spc="0">
                <a:solidFill>
                  <a:srgbClr val="000000"/>
                </a:solidFill>
                <a:latin typeface="Arial"/>
                <a:ea typeface="Arial"/>
                <a:cs typeface="Arial"/>
                <a:sym typeface="Arial"/>
              </a:rPr>
              <a:t>Click to add title</a:t>
            </a:r>
          </a:p>
        </p:txBody>
      </p:sp>
      <p:sp>
        <p:nvSpPr>
          <p:cNvPr id="3" name="Text Box 2"/>
          <p:cNvSpPr txBox="1">
            <a:spLocks noGrp="1"/>
          </p:cNvSpPr>
          <p:nvPr>
            <p:ph type="body" sz="quarter" idx="55" hasCustomPrompt="1"/>
          </p:nvPr>
        </p:nvSpPr>
        <p:spPr>
          <a:xfrm rot="5400000">
            <a:off x="2940248" y="-942379"/>
            <a:ext cx="3263504" cy="7886700"/>
          </a:xfrm>
          <a:prstGeom prst="rect">
            <a:avLst/>
          </a:prstGeom>
        </p:spPr>
        <p:txBody>
          <a:bodyPr wrap="square" lIns="68575" tIns="34275" rIns="68575" bIns="34275" rtlCol="0" anchor="t">
            <a:normAutofit/>
          </a:bodyPr>
          <a:lstStyle>
            <a:lvl1pPr algn="l">
              <a:lnSpc>
                <a:spcPct val="91666"/>
              </a:lnSpc>
              <a:buNone/>
              <a:defRPr sz="2100" b="0" i="0" u="none" strike="noStrike">
                <a:solidFill>
                  <a:srgbClr val="000000"/>
                </a:solidFill>
                <a:latin typeface="Arial"/>
              </a:defRPr>
            </a:lvl1pPr>
          </a:lstStyle>
          <a:p>
            <a:pPr marL="457200" marR="0" indent="-317500" algn="l">
              <a:lnSpc>
                <a:spcPct val="91666"/>
              </a:lnSpc>
              <a:spcBef>
                <a:spcPts val="800"/>
              </a:spcBef>
            </a:pPr>
            <a:r>
              <a:rPr lang="en-US" sz="2100" b="0" i="0" u="none" strike="noStrike" spc="0">
                <a:solidFill>
                  <a:srgbClr val="000000"/>
                </a:solidFill>
                <a:latin typeface="Arial"/>
                <a:ea typeface="Arial"/>
                <a:cs typeface="Arial"/>
                <a:sym typeface="Arial"/>
              </a:rPr>
              <a:t>Click to add text</a:t>
            </a:r>
          </a:p>
        </p:txBody>
      </p:sp>
      <p:sp>
        <p:nvSpPr>
          <p:cNvPr id="4" name="Text Box 3"/>
          <p:cNvSpPr txBox="1">
            <a:spLocks noGrp="1"/>
          </p:cNvSpPr>
          <p:nvPr>
            <p:ph type="body" sz="quarter" idx="56"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b="0" i="0" u="none" strike="noStrike">
                <a:solidFill>
                  <a:srgbClr val="888888"/>
                </a:solidFill>
                <a:latin typeface="Arial"/>
              </a:defRPr>
            </a:lvl1pPr>
          </a:lstStyle>
          <a:p>
            <a:pPr marL="0" marR="0" algn="l">
              <a:lnSpc>
                <a:spcPct val="100000"/>
              </a:lnSpc>
            </a:pPr>
            <a:r>
              <a:rPr lang="en-US" sz="900" b="0" i="0" u="none" strike="noStrike" spc="0">
                <a:solidFill>
                  <a:srgbClr val="888888"/>
                </a:solidFill>
                <a:latin typeface="Arial"/>
                <a:ea typeface="Arial"/>
                <a:cs typeface="Arial"/>
                <a:sym typeface="Arial"/>
              </a:rPr>
              <a:t>Date</a:t>
            </a:r>
          </a:p>
        </p:txBody>
      </p:sp>
      <p:sp>
        <p:nvSpPr>
          <p:cNvPr id="5" name="Text Box 4"/>
          <p:cNvSpPr txBox="1">
            <a:spLocks noGrp="1"/>
          </p:cNvSpPr>
          <p:nvPr>
            <p:ph type="body" sz="quarter" idx="57"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b="0" i="0" u="none" strike="noStrike">
                <a:solidFill>
                  <a:srgbClr val="888888"/>
                </a:solidFill>
                <a:latin typeface="Arial"/>
              </a:defRPr>
            </a:lvl1pPr>
          </a:lstStyle>
          <a:p>
            <a:pPr marL="0" marR="0" algn="ctr">
              <a:lnSpc>
                <a:spcPct val="100000"/>
              </a:lnSpc>
            </a:pPr>
            <a:r>
              <a:rPr lang="en-US" sz="900" b="0" i="0" u="none" strike="noStrike" spc="0">
                <a:solidFill>
                  <a:srgbClr val="888888"/>
                </a:solidFill>
                <a:latin typeface="Arial"/>
                <a:ea typeface="Arial"/>
                <a:cs typeface="Arial"/>
                <a:sym typeface="Arial"/>
              </a:rPr>
              <a:t>Footer</a:t>
            </a:r>
          </a:p>
        </p:txBody>
      </p:sp>
      <p:sp>
        <p:nvSpPr>
          <p:cNvPr id="6" name="Text Box 5"/>
          <p:cNvSpPr txBox="1">
            <a:spLocks noGrp="1"/>
          </p:cNvSpPr>
          <p:nvPr>
            <p:ph type="body" sz="quarter" idx="58"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501D76B1-0121-46FF-AB82-0EE639B48B32}" type="slidenum">
              <a:rPr sz="900" b="0" i="0" u="none" strike="noStrike" spc="0">
                <a:solidFill>
                  <a:srgbClr val="888888"/>
                </a:solidFill>
                <a:latin typeface="Arial"/>
                <a:ea typeface="Arial"/>
                <a:cs typeface="Arial"/>
                <a:sym typeface="Arial"/>
              </a:rPr>
              <a:t>‹#›</a:t>
            </a:fld>
            <a:endParaRPr sz="900" b="0" i="0" u="none" strike="noStrike" spc="0">
              <a:solidFill>
                <a:srgbClr val="888888"/>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_TITLE_AND_VERTICAL_TEXT" preserve="1">
  <p:cSld name="VERTICAL_TITLE_AND_VERTICAL_TEXT">
    <p:spTree>
      <p:nvGrpSpPr>
        <p:cNvPr id="1" name=""/>
        <p:cNvGrpSpPr/>
        <p:nvPr/>
      </p:nvGrpSpPr>
      <p:grpSpPr>
        <a:xfrm>
          <a:off x="0" y="0"/>
          <a:ext cx="0" cy="0"/>
          <a:chOff x="0" y="0"/>
          <a:chExt cx="0" cy="0"/>
        </a:xfrm>
      </p:grpSpPr>
      <p:sp>
        <p:nvSpPr>
          <p:cNvPr id="2" name="Text Box 1"/>
          <p:cNvSpPr txBox="1">
            <a:spLocks noGrp="1"/>
          </p:cNvSpPr>
          <p:nvPr>
            <p:ph type="body" sz="quarter" idx="59" hasCustomPrompt="1"/>
          </p:nvPr>
        </p:nvSpPr>
        <p:spPr>
          <a:xfrm rot="5400000">
            <a:off x="5350073" y="1467445"/>
            <a:ext cx="4358879" cy="1971675"/>
          </a:xfrm>
          <a:prstGeom prst="rect">
            <a:avLst/>
          </a:prstGeom>
        </p:spPr>
        <p:txBody>
          <a:bodyPr wrap="square" lIns="68575" tIns="34275" rIns="68575" bIns="34275" rtlCol="0" anchor="ctr">
            <a:normAutofit/>
          </a:bodyPr>
          <a:lstStyle>
            <a:lvl1pPr algn="l">
              <a:lnSpc>
                <a:spcPct val="91666"/>
              </a:lnSpc>
              <a:buNone/>
              <a:defRPr sz="3300" b="0" i="0" u="none" strike="noStrike">
                <a:solidFill>
                  <a:srgbClr val="000000"/>
                </a:solidFill>
                <a:latin typeface="Arial"/>
              </a:defRPr>
            </a:lvl1pPr>
          </a:lstStyle>
          <a:p>
            <a:pPr marL="0" marR="0" algn="l">
              <a:lnSpc>
                <a:spcPct val="91666"/>
              </a:lnSpc>
            </a:pPr>
            <a:r>
              <a:rPr lang="en-US" sz="3300" b="0" i="0" u="none" strike="noStrike" spc="0">
                <a:solidFill>
                  <a:srgbClr val="000000"/>
                </a:solidFill>
                <a:latin typeface="Arial"/>
                <a:ea typeface="Arial"/>
                <a:cs typeface="Arial"/>
                <a:sym typeface="Arial"/>
              </a:rPr>
              <a:t>Click to add title</a:t>
            </a:r>
          </a:p>
        </p:txBody>
      </p:sp>
      <p:sp>
        <p:nvSpPr>
          <p:cNvPr id="3" name="Text Box 2"/>
          <p:cNvSpPr txBox="1">
            <a:spLocks noGrp="1"/>
          </p:cNvSpPr>
          <p:nvPr>
            <p:ph type="body" sz="quarter" idx="60" hasCustomPrompt="1"/>
          </p:nvPr>
        </p:nvSpPr>
        <p:spPr>
          <a:xfrm rot="5400000">
            <a:off x="1349573" y="-447080"/>
            <a:ext cx="4358879" cy="5800725"/>
          </a:xfrm>
          <a:prstGeom prst="rect">
            <a:avLst/>
          </a:prstGeom>
        </p:spPr>
        <p:txBody>
          <a:bodyPr wrap="square" lIns="68575" tIns="34275" rIns="68575" bIns="34275" rtlCol="0" anchor="t">
            <a:normAutofit/>
          </a:bodyPr>
          <a:lstStyle>
            <a:lvl1pPr algn="l">
              <a:lnSpc>
                <a:spcPct val="91666"/>
              </a:lnSpc>
              <a:buNone/>
              <a:defRPr sz="2100" b="0" i="0" u="none" strike="noStrike">
                <a:solidFill>
                  <a:srgbClr val="000000"/>
                </a:solidFill>
                <a:latin typeface="Arial"/>
              </a:defRPr>
            </a:lvl1pPr>
          </a:lstStyle>
          <a:p>
            <a:pPr marL="457200" marR="0" indent="-317500" algn="l">
              <a:lnSpc>
                <a:spcPct val="91666"/>
              </a:lnSpc>
              <a:spcBef>
                <a:spcPts val="800"/>
              </a:spcBef>
            </a:pPr>
            <a:r>
              <a:rPr lang="en-US" sz="2100" b="0" i="0" u="none" strike="noStrike" spc="0">
                <a:solidFill>
                  <a:srgbClr val="000000"/>
                </a:solidFill>
                <a:latin typeface="Arial"/>
                <a:ea typeface="Arial"/>
                <a:cs typeface="Arial"/>
                <a:sym typeface="Arial"/>
              </a:rPr>
              <a:t>Click to add text</a:t>
            </a:r>
          </a:p>
        </p:txBody>
      </p:sp>
      <p:sp>
        <p:nvSpPr>
          <p:cNvPr id="4" name="Text Box 3"/>
          <p:cNvSpPr txBox="1">
            <a:spLocks noGrp="1"/>
          </p:cNvSpPr>
          <p:nvPr>
            <p:ph type="body" sz="quarter" idx="61" hasCustomPrompt="1"/>
          </p:nvPr>
        </p:nvSpPr>
        <p:spPr>
          <a:xfrm>
            <a:off x="628650" y="4767263"/>
            <a:ext cx="2057400" cy="273844"/>
          </a:xfrm>
          <a:prstGeom prst="rect">
            <a:avLst/>
          </a:prstGeom>
        </p:spPr>
        <p:txBody>
          <a:bodyPr wrap="square" lIns="68575" tIns="34275" rIns="68575" bIns="34275" rtlCol="0" anchor="ctr">
            <a:noAutofit/>
          </a:bodyPr>
          <a:lstStyle>
            <a:lvl1pPr algn="l">
              <a:lnSpc>
                <a:spcPct val="100000"/>
              </a:lnSpc>
              <a:buNone/>
              <a:defRPr sz="900" b="0" i="0" u="none" strike="noStrike">
                <a:solidFill>
                  <a:srgbClr val="888888"/>
                </a:solidFill>
                <a:latin typeface="Arial"/>
              </a:defRPr>
            </a:lvl1pPr>
          </a:lstStyle>
          <a:p>
            <a:pPr marL="0" marR="0" algn="l">
              <a:lnSpc>
                <a:spcPct val="100000"/>
              </a:lnSpc>
            </a:pPr>
            <a:r>
              <a:rPr lang="en-US" sz="900" b="0" i="0" u="none" strike="noStrike" spc="0">
                <a:solidFill>
                  <a:srgbClr val="888888"/>
                </a:solidFill>
                <a:latin typeface="Arial"/>
                <a:ea typeface="Arial"/>
                <a:cs typeface="Arial"/>
                <a:sym typeface="Arial"/>
              </a:rPr>
              <a:t>Date</a:t>
            </a:r>
          </a:p>
        </p:txBody>
      </p:sp>
      <p:sp>
        <p:nvSpPr>
          <p:cNvPr id="5" name="Text Box 4"/>
          <p:cNvSpPr txBox="1">
            <a:spLocks noGrp="1"/>
          </p:cNvSpPr>
          <p:nvPr>
            <p:ph type="body" sz="quarter" idx="62" hasCustomPrompt="1"/>
          </p:nvPr>
        </p:nvSpPr>
        <p:spPr>
          <a:xfrm>
            <a:off x="3028950" y="4767263"/>
            <a:ext cx="3086100" cy="273844"/>
          </a:xfrm>
          <a:prstGeom prst="rect">
            <a:avLst/>
          </a:prstGeom>
        </p:spPr>
        <p:txBody>
          <a:bodyPr wrap="square" lIns="68575" tIns="34275" rIns="68575" bIns="34275" rtlCol="0" anchor="ctr">
            <a:noAutofit/>
          </a:bodyPr>
          <a:lstStyle>
            <a:lvl1pPr algn="ctr">
              <a:lnSpc>
                <a:spcPct val="100000"/>
              </a:lnSpc>
              <a:buNone/>
              <a:defRPr sz="900" b="0" i="0" u="none" strike="noStrike">
                <a:solidFill>
                  <a:srgbClr val="888888"/>
                </a:solidFill>
                <a:latin typeface="Arial"/>
              </a:defRPr>
            </a:lvl1pPr>
          </a:lstStyle>
          <a:p>
            <a:pPr marL="0" marR="0" algn="ctr">
              <a:lnSpc>
                <a:spcPct val="100000"/>
              </a:lnSpc>
            </a:pPr>
            <a:r>
              <a:rPr lang="en-US" sz="900" b="0" i="0" u="none" strike="noStrike" spc="0">
                <a:solidFill>
                  <a:srgbClr val="888888"/>
                </a:solidFill>
                <a:latin typeface="Arial"/>
                <a:ea typeface="Arial"/>
                <a:cs typeface="Arial"/>
                <a:sym typeface="Arial"/>
              </a:rPr>
              <a:t>Footer</a:t>
            </a:r>
          </a:p>
        </p:txBody>
      </p:sp>
      <p:sp>
        <p:nvSpPr>
          <p:cNvPr id="6" name="Text Box 5"/>
          <p:cNvSpPr txBox="1">
            <a:spLocks noGrp="1"/>
          </p:cNvSpPr>
          <p:nvPr>
            <p:ph type="body" sz="quarter" idx="63" hasCustomPrompt="1"/>
          </p:nvPr>
        </p:nvSpPr>
        <p:spPr>
          <a:xfrm>
            <a:off x="6457950" y="4767263"/>
            <a:ext cx="2057400" cy="273844"/>
          </a:xfrm>
          <a:prstGeom prst="rect">
            <a:avLst/>
          </a:prstGeom>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703734D3-9FDC-4CD1-8106-9D2015A33483}" type="slidenum">
              <a:rPr sz="900" b="0" i="0" u="none" strike="noStrike" spc="0">
                <a:solidFill>
                  <a:srgbClr val="888888"/>
                </a:solidFill>
                <a:latin typeface="Arial"/>
                <a:ea typeface="Arial"/>
                <a:cs typeface="Arial"/>
                <a:sym typeface="Arial"/>
              </a:rPr>
              <a:t>‹#›</a:t>
            </a:fld>
            <a:endParaRPr sz="900" b="0" i="0" u="none" strike="noStrike" spc="0">
              <a:solidFill>
                <a:srgbClr val="888888"/>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name="默认主题">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5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name="Office 主题​​">
    <p:bg>
      <p:bgPr>
        <a:solidFill>
          <a:srgbClr val="FFFFFF"/>
        </a:solidFill>
        <a:effectLst/>
      </p:bgPr>
    </p:bg>
    <p:spTree>
      <p:nvGrpSpPr>
        <p:cNvPr id="1" name=""/>
        <p:cNvGrpSpPr/>
        <p:nvPr/>
      </p:nvGrpSpPr>
      <p:grpSpPr>
        <a:xfrm>
          <a:off x="0" y="0"/>
          <a:ext cx="0" cy="0"/>
          <a:chOff x="0" y="0"/>
          <a:chExt cx="0" cy="0"/>
        </a:xfrm>
      </p:grpSpPr>
      <p:sp>
        <p:nvSpPr>
          <p:cNvPr id="2" name="Text Box 1"/>
          <p:cNvSpPr txBox="1">
            <a:spLocks noGrp="1"/>
          </p:cNvSpPr>
          <p:nvPr>
            <p:ph type="title" sz="quarter" hasCustomPrompt="1"/>
          </p:nvPr>
        </p:nvSpPr>
        <p:spPr>
          <a:xfrm>
            <a:off x="628650" y="273844"/>
            <a:ext cx="7886700" cy="994172"/>
          </a:xfrm>
          <a:prstGeom prst="rect">
            <a:avLst/>
          </a:prstGeom>
          <a:noFill/>
          <a:ln w="12700">
            <a:noFill/>
          </a:ln>
        </p:spPr>
        <p:txBody>
          <a:bodyPr wrap="square" lIns="68575" tIns="34275" rIns="68575" bIns="34275" rtlCol="0" anchor="ctr">
            <a:normAutofit/>
          </a:bodyPr>
          <a:lstStyle>
            <a:lvl1pPr algn="l">
              <a:lnSpc>
                <a:spcPct val="100000"/>
              </a:lnSpc>
              <a:buNone/>
              <a:defRPr sz="3300"/>
            </a:lvl1pPr>
          </a:lstStyle>
          <a:p>
            <a:pPr marR="0" algn="l">
              <a:lnSpc>
                <a:spcPct val="100000"/>
              </a:lnSpc>
            </a:pPr>
            <a:r>
              <a:rPr lang="en-US" sz="3300" b="0" i="0" u="none" strike="noStrike" spc="0">
                <a:solidFill>
                  <a:srgbClr val="000000"/>
                </a:solidFill>
                <a:latin typeface="Arial"/>
                <a:ea typeface="Arial"/>
                <a:cs typeface="Arial"/>
                <a:sym typeface="Arial"/>
              </a:rPr>
              <a:t>单击此处添加标题</a:t>
            </a:r>
          </a:p>
        </p:txBody>
      </p:sp>
      <p:sp>
        <p:nvSpPr>
          <p:cNvPr id="3" name="Text Box 2"/>
          <p:cNvSpPr txBox="1">
            <a:spLocks noGrp="1"/>
          </p:cNvSpPr>
          <p:nvPr>
            <p:ph type="body" sz="quarter" idx="1" hasCustomPrompt="1"/>
          </p:nvPr>
        </p:nvSpPr>
        <p:spPr>
          <a:xfrm>
            <a:off x="628650" y="1369219"/>
            <a:ext cx="7886700" cy="3263504"/>
          </a:xfrm>
          <a:prstGeom prst="rect">
            <a:avLst/>
          </a:prstGeom>
          <a:noFill/>
          <a:ln w="12700">
            <a:noFill/>
          </a:ln>
        </p:spPr>
        <p:txBody>
          <a:bodyPr wrap="square" lIns="68575" tIns="34275" rIns="68575" bIns="34275" rtlCol="0" anchor="t">
            <a:normAutofit/>
          </a:bodyPr>
          <a:lstStyle>
            <a:lvl1pPr algn="l">
              <a:lnSpc>
                <a:spcPct val="100000"/>
              </a:lnSpc>
              <a:buNone/>
              <a:defRPr sz="2100"/>
            </a:lvl1pPr>
          </a:lstStyle>
          <a:p>
            <a:pPr marR="0" algn="l">
              <a:lnSpc>
                <a:spcPct val="100000"/>
              </a:lnSpc>
            </a:pPr>
            <a:r>
              <a:rPr lang="en-US" sz="2100" b="0" i="0" u="none" strike="noStrike" spc="0">
                <a:solidFill>
                  <a:srgbClr val="000000"/>
                </a:solidFill>
                <a:latin typeface="Arial"/>
                <a:ea typeface="Arial"/>
                <a:cs typeface="Arial"/>
                <a:sym typeface="Arial"/>
              </a:rPr>
              <a:t>单击此处添加文本</a:t>
            </a:r>
          </a:p>
        </p:txBody>
      </p:sp>
      <p:sp>
        <p:nvSpPr>
          <p:cNvPr id="4" name="Text Box 3"/>
          <p:cNvSpPr txBox="1">
            <a:spLocks noGrp="1"/>
          </p:cNvSpPr>
          <p:nvPr>
            <p:ph type="body" sz="quarter" idx="10" hasCustomPrompt="1"/>
          </p:nvPr>
        </p:nvSpPr>
        <p:spPr>
          <a:xfrm>
            <a:off x="628650" y="4767263"/>
            <a:ext cx="2057400" cy="273844"/>
          </a:xfrm>
          <a:prstGeom prst="rect">
            <a:avLst/>
          </a:prstGeom>
          <a:noFill/>
          <a:ln w="12700">
            <a:noFill/>
          </a:ln>
        </p:spPr>
        <p:txBody>
          <a:bodyPr wrap="square" lIns="68575" tIns="34275" rIns="68575" bIns="34275" rtlCol="0" anchor="ctr">
            <a:noAutofit/>
          </a:bodyPr>
          <a:lstStyle>
            <a:lvl1pPr algn="l">
              <a:lnSpc>
                <a:spcPct val="100000"/>
              </a:lnSpc>
              <a:buNone/>
              <a:defRPr sz="900"/>
            </a:lvl1pPr>
          </a:lstStyle>
          <a:p>
            <a:pPr marR="0" algn="l">
              <a:lnSpc>
                <a:spcPct val="100000"/>
              </a:lnSpc>
            </a:pPr>
            <a:r>
              <a:rPr lang="en-US" sz="900" b="0" i="0" u="none" strike="noStrike" spc="0">
                <a:solidFill>
                  <a:srgbClr val="888888"/>
                </a:solidFill>
                <a:latin typeface="Arial"/>
                <a:ea typeface="Arial"/>
                <a:cs typeface="Arial"/>
                <a:sym typeface="Arial"/>
              </a:rPr>
              <a:t>日期</a:t>
            </a:r>
          </a:p>
        </p:txBody>
      </p:sp>
      <p:sp>
        <p:nvSpPr>
          <p:cNvPr id="5" name="Text Box 4"/>
          <p:cNvSpPr txBox="1">
            <a:spLocks noGrp="1"/>
          </p:cNvSpPr>
          <p:nvPr>
            <p:ph type="body" sz="quarter" idx="11" hasCustomPrompt="1"/>
          </p:nvPr>
        </p:nvSpPr>
        <p:spPr>
          <a:xfrm>
            <a:off x="3028950" y="4767263"/>
            <a:ext cx="3086100" cy="273844"/>
          </a:xfrm>
          <a:prstGeom prst="rect">
            <a:avLst/>
          </a:prstGeom>
          <a:noFill/>
          <a:ln w="12700">
            <a:noFill/>
          </a:ln>
        </p:spPr>
        <p:txBody>
          <a:bodyPr wrap="square" lIns="68575" tIns="34275" rIns="68575" bIns="34275" rtlCol="0" anchor="ctr">
            <a:noAutofit/>
          </a:bodyPr>
          <a:lstStyle>
            <a:lvl1pPr algn="ctr">
              <a:lnSpc>
                <a:spcPct val="100000"/>
              </a:lnSpc>
              <a:buNone/>
              <a:defRPr sz="900"/>
            </a:lvl1pPr>
          </a:lstStyle>
          <a:p>
            <a:pPr marR="0" algn="ctr">
              <a:lnSpc>
                <a:spcPct val="100000"/>
              </a:lnSpc>
            </a:pPr>
            <a:r>
              <a:rPr lang="en-US" sz="900" b="0" i="0" u="none" strike="noStrike" spc="0">
                <a:solidFill>
                  <a:srgbClr val="888888"/>
                </a:solidFill>
                <a:latin typeface="Arial"/>
                <a:ea typeface="Arial"/>
                <a:cs typeface="Arial"/>
                <a:sym typeface="Arial"/>
              </a:rPr>
              <a:t>页脚</a:t>
            </a:r>
          </a:p>
        </p:txBody>
      </p:sp>
      <p:sp>
        <p:nvSpPr>
          <p:cNvPr id="6" name="Text Box 5"/>
          <p:cNvSpPr txBox="1">
            <a:spLocks noGrp="1"/>
          </p:cNvSpPr>
          <p:nvPr>
            <p:ph type="body" sz="quarter" idx="12" hasCustomPrompt="1"/>
          </p:nvPr>
        </p:nvSpPr>
        <p:spPr>
          <a:xfrm>
            <a:off x="6457950" y="4767263"/>
            <a:ext cx="2057400" cy="273844"/>
          </a:xfrm>
          <a:prstGeom prst="rect">
            <a:avLst/>
          </a:prstGeom>
          <a:noFill/>
          <a:ln w="12700">
            <a:noFill/>
          </a:ln>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7EB1AD1F-9995-42E6-B3E8-E83FC08EF918}" type="slidenum">
              <a:rPr lang="zh-CN" sz="900" b="0" i="0" u="none" strike="noStrike" spc="0">
                <a:solidFill>
                  <a:srgbClr val="888888"/>
                </a:solidFill>
                <a:latin typeface="Arial"/>
                <a:ea typeface="Arial"/>
                <a:cs typeface="Arial"/>
                <a:sym typeface="Arial"/>
              </a:rPr>
              <a:t>‹#›</a:t>
            </a:fld>
            <a:endParaRPr lang="zh-CN" sz="900" b="0" i="0" u="none" strike="noStrike" spc="0">
              <a:solidFill>
                <a:srgbClr val="888888"/>
              </a:solidFill>
              <a:latin typeface="Arial"/>
              <a:ea typeface="Arial"/>
              <a:cs typeface="Arial"/>
              <a:sym typeface="Arial"/>
            </a:endParaRPr>
          </a:p>
        </p:txBody>
      </p:sp>
    </p:spTree>
  </p:cSld>
  <p:clrMap bg1="lt1" tx1="dk1" bg2="lt2" tx2="dk2" accent1="accent1" accent2="accent2" accent3="accent3" accent4="accent4" accent5="accent5" accent6="accent6" hlink="hlink" folHlink="folHlink"/>
  <p:sldLayoutIdLst>
    <p:sldLayoutId id="2157483700" r:id="rId1"/>
    <p:sldLayoutId id="2157483701" r:id="rId2"/>
    <p:sldLayoutId id="2157483702" r:id="rId3"/>
    <p:sldLayoutId id="2157483703" r:id="rId4"/>
    <p:sldLayoutId id="2157483704" r:id="rId5"/>
    <p:sldLayoutId id="2157483705" r:id="rId6"/>
    <p:sldLayoutId id="2157483706" r:id="rId7"/>
    <p:sldLayoutId id="2157483707" r:id="rId8"/>
    <p:sldLayoutId id="2157483708" r:id="rId9"/>
    <p:sldLayoutId id="2157483709" r:id="rId10"/>
    <p:sldLayoutId id="215748371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name="Office 主题​​">
    <p:bg>
      <p:bgPr>
        <a:solidFill>
          <a:srgbClr val="FFFFFF"/>
        </a:solidFill>
        <a:effectLst/>
      </p:bgPr>
    </p:bg>
    <p:spTree>
      <p:nvGrpSpPr>
        <p:cNvPr id="1" name=""/>
        <p:cNvGrpSpPr/>
        <p:nvPr/>
      </p:nvGrpSpPr>
      <p:grpSpPr>
        <a:xfrm>
          <a:off x="0" y="0"/>
          <a:ext cx="0" cy="0"/>
          <a:chOff x="0" y="0"/>
          <a:chExt cx="0" cy="0"/>
        </a:xfrm>
      </p:grpSpPr>
      <p:sp>
        <p:nvSpPr>
          <p:cNvPr id="2" name="Text Box 1"/>
          <p:cNvSpPr txBox="1">
            <a:spLocks noGrp="1"/>
          </p:cNvSpPr>
          <p:nvPr>
            <p:ph type="body" sz="quarter" idx="1" hasCustomPrompt="1"/>
          </p:nvPr>
        </p:nvSpPr>
        <p:spPr>
          <a:xfrm>
            <a:off x="628650" y="273844"/>
            <a:ext cx="7886700" cy="994172"/>
          </a:xfrm>
          <a:prstGeom prst="rect">
            <a:avLst/>
          </a:prstGeom>
          <a:noFill/>
          <a:ln w="12700">
            <a:noFill/>
          </a:ln>
        </p:spPr>
        <p:txBody>
          <a:bodyPr wrap="square" lIns="68575" tIns="34275" rIns="68575" bIns="34275" rtlCol="0" anchor="ctr">
            <a:normAutofit/>
          </a:bodyPr>
          <a:lstStyle>
            <a:lvl1pPr algn="l">
              <a:lnSpc>
                <a:spcPct val="100000"/>
              </a:lnSpc>
              <a:buNone/>
              <a:defRPr sz="3300" b="0" i="0" u="none" strike="noStrike">
                <a:solidFill>
                  <a:srgbClr val="000000"/>
                </a:solidFill>
                <a:latin typeface="Arial"/>
              </a:defRPr>
            </a:lvl1pPr>
          </a:lstStyle>
          <a:p>
            <a:pPr marL="0" marR="0" algn="l">
              <a:lnSpc>
                <a:spcPct val="100000"/>
              </a:lnSpc>
            </a:pPr>
            <a:r>
              <a:rPr lang="en-US" sz="3300" b="0" i="0" u="none" strike="noStrike" spc="0">
                <a:solidFill>
                  <a:srgbClr val="000000"/>
                </a:solidFill>
                <a:latin typeface="Arial"/>
                <a:ea typeface="Arial"/>
                <a:cs typeface="Arial"/>
                <a:sym typeface="Arial"/>
              </a:rPr>
              <a:t>Click to add title</a:t>
            </a:r>
          </a:p>
        </p:txBody>
      </p:sp>
      <p:sp>
        <p:nvSpPr>
          <p:cNvPr id="3" name="Text Box 2"/>
          <p:cNvSpPr txBox="1">
            <a:spLocks noGrp="1"/>
          </p:cNvSpPr>
          <p:nvPr>
            <p:ph type="body" sz="quarter" idx="2" hasCustomPrompt="1"/>
          </p:nvPr>
        </p:nvSpPr>
        <p:spPr>
          <a:xfrm>
            <a:off x="628650" y="1369219"/>
            <a:ext cx="7886700" cy="3263504"/>
          </a:xfrm>
          <a:prstGeom prst="rect">
            <a:avLst/>
          </a:prstGeom>
          <a:noFill/>
          <a:ln w="12700">
            <a:noFill/>
          </a:ln>
        </p:spPr>
        <p:txBody>
          <a:bodyPr wrap="square" lIns="68575" tIns="34275" rIns="68575" bIns="34275" rtlCol="0" anchor="t">
            <a:normAutofit/>
          </a:bodyPr>
          <a:lstStyle>
            <a:lvl1pPr algn="l">
              <a:lnSpc>
                <a:spcPct val="100000"/>
              </a:lnSpc>
              <a:buNone/>
              <a:defRPr sz="2100" b="0" i="0" u="none" strike="noStrike">
                <a:solidFill>
                  <a:srgbClr val="000000"/>
                </a:solidFill>
                <a:latin typeface="Arial"/>
              </a:defRPr>
            </a:lvl1pPr>
          </a:lstStyle>
          <a:p>
            <a:pPr marL="0" marR="0" algn="l">
              <a:lnSpc>
                <a:spcPct val="100000"/>
              </a:lnSpc>
            </a:pPr>
            <a:r>
              <a:rPr lang="en-US" sz="2100" b="0" i="0" u="none" strike="noStrike" spc="0">
                <a:solidFill>
                  <a:srgbClr val="000000"/>
                </a:solidFill>
                <a:latin typeface="Arial"/>
                <a:ea typeface="Arial"/>
                <a:cs typeface="Arial"/>
                <a:sym typeface="Arial"/>
              </a:rPr>
              <a:t>Click to add text</a:t>
            </a:r>
          </a:p>
        </p:txBody>
      </p:sp>
      <p:sp>
        <p:nvSpPr>
          <p:cNvPr id="4" name="Text Box 3"/>
          <p:cNvSpPr txBox="1">
            <a:spLocks noGrp="1"/>
          </p:cNvSpPr>
          <p:nvPr>
            <p:ph type="body" sz="quarter" idx="3" hasCustomPrompt="1"/>
          </p:nvPr>
        </p:nvSpPr>
        <p:spPr>
          <a:xfrm>
            <a:off x="628650" y="4767263"/>
            <a:ext cx="2057400" cy="273844"/>
          </a:xfrm>
          <a:prstGeom prst="rect">
            <a:avLst/>
          </a:prstGeom>
          <a:noFill/>
          <a:ln w="12700">
            <a:noFill/>
          </a:ln>
        </p:spPr>
        <p:txBody>
          <a:bodyPr wrap="square" lIns="68575" tIns="34275" rIns="68575" bIns="34275" rtlCol="0" anchor="ctr">
            <a:noAutofit/>
          </a:bodyPr>
          <a:lstStyle>
            <a:lvl1pPr algn="l">
              <a:lnSpc>
                <a:spcPct val="100000"/>
              </a:lnSpc>
              <a:buNone/>
              <a:defRPr sz="900" b="0" i="0" u="none" strike="noStrike">
                <a:solidFill>
                  <a:srgbClr val="888888"/>
                </a:solidFill>
                <a:latin typeface="Arial"/>
              </a:defRPr>
            </a:lvl1pPr>
          </a:lstStyle>
          <a:p>
            <a:pPr marL="0" marR="0" algn="l">
              <a:lnSpc>
                <a:spcPct val="100000"/>
              </a:lnSpc>
            </a:pPr>
            <a:r>
              <a:rPr lang="en-US" sz="900" b="0" i="0" u="none" strike="noStrike" spc="0">
                <a:solidFill>
                  <a:srgbClr val="888888"/>
                </a:solidFill>
                <a:latin typeface="Arial"/>
                <a:ea typeface="Arial"/>
                <a:cs typeface="Arial"/>
                <a:sym typeface="Arial"/>
              </a:rPr>
              <a:t>Date</a:t>
            </a:r>
          </a:p>
        </p:txBody>
      </p:sp>
      <p:sp>
        <p:nvSpPr>
          <p:cNvPr id="5" name="Text Box 4"/>
          <p:cNvSpPr txBox="1">
            <a:spLocks noGrp="1"/>
          </p:cNvSpPr>
          <p:nvPr>
            <p:ph type="body" sz="quarter" idx="4" hasCustomPrompt="1"/>
          </p:nvPr>
        </p:nvSpPr>
        <p:spPr>
          <a:xfrm>
            <a:off x="3028950" y="4767263"/>
            <a:ext cx="3086100" cy="273844"/>
          </a:xfrm>
          <a:prstGeom prst="rect">
            <a:avLst/>
          </a:prstGeom>
          <a:noFill/>
          <a:ln w="12700">
            <a:noFill/>
          </a:ln>
        </p:spPr>
        <p:txBody>
          <a:bodyPr wrap="square" lIns="68575" tIns="34275" rIns="68575" bIns="34275" rtlCol="0" anchor="ctr">
            <a:noAutofit/>
          </a:bodyPr>
          <a:lstStyle>
            <a:lvl1pPr algn="ctr">
              <a:lnSpc>
                <a:spcPct val="100000"/>
              </a:lnSpc>
              <a:buNone/>
              <a:defRPr sz="900" b="0" i="0" u="none" strike="noStrike">
                <a:solidFill>
                  <a:srgbClr val="888888"/>
                </a:solidFill>
                <a:latin typeface="Arial"/>
              </a:defRPr>
            </a:lvl1pPr>
          </a:lstStyle>
          <a:p>
            <a:pPr marL="0" marR="0" algn="ctr">
              <a:lnSpc>
                <a:spcPct val="100000"/>
              </a:lnSpc>
            </a:pPr>
            <a:r>
              <a:rPr lang="en-US" sz="900" b="0" i="0" u="none" strike="noStrike" spc="0">
                <a:solidFill>
                  <a:srgbClr val="888888"/>
                </a:solidFill>
                <a:latin typeface="Arial"/>
                <a:ea typeface="Arial"/>
                <a:cs typeface="Arial"/>
                <a:sym typeface="Arial"/>
              </a:rPr>
              <a:t>Footer</a:t>
            </a:r>
          </a:p>
        </p:txBody>
      </p:sp>
      <p:sp>
        <p:nvSpPr>
          <p:cNvPr id="6" name="Text Box 5"/>
          <p:cNvSpPr txBox="1">
            <a:spLocks noGrp="1"/>
          </p:cNvSpPr>
          <p:nvPr>
            <p:ph type="body" sz="quarter" idx="5" hasCustomPrompt="1"/>
          </p:nvPr>
        </p:nvSpPr>
        <p:spPr>
          <a:xfrm>
            <a:off x="6457950" y="4767263"/>
            <a:ext cx="2057400" cy="273844"/>
          </a:xfrm>
          <a:prstGeom prst="rect">
            <a:avLst/>
          </a:prstGeom>
          <a:noFill/>
          <a:ln w="12700">
            <a:noFill/>
          </a:ln>
        </p:spPr>
        <p:txBody>
          <a:bodyPr wrap="square" lIns="68575" tIns="34275" rIns="68575" bIns="34275" rtlCol="0" anchor="ctr">
            <a:noAutofit/>
          </a:bodyPr>
          <a:lstStyle>
            <a:lvl1pPr algn="r">
              <a:lnSpc>
                <a:spcPct val="100000"/>
              </a:lnSpc>
              <a:buNone/>
              <a:defRPr sz="900" b="0" i="0" u="none" strike="noStrike">
                <a:solidFill>
                  <a:srgbClr val="888888"/>
                </a:solidFill>
                <a:latin typeface="Arial"/>
              </a:defRPr>
            </a:lvl1pPr>
          </a:lstStyle>
          <a:p>
            <a:pPr marL="0" marR="0" algn="r">
              <a:lnSpc>
                <a:spcPct val="100000"/>
              </a:lnSpc>
            </a:pPr>
            <a:fld id="{6D022479-7BD1-4E98-A7BE-99596AD12550}" type="slidenum">
              <a:rPr sz="900" b="0" i="0" u="none" strike="noStrike" spc="0">
                <a:solidFill>
                  <a:srgbClr val="888888"/>
                </a:solidFill>
                <a:latin typeface="Arial"/>
                <a:ea typeface="Arial"/>
                <a:cs typeface="Arial"/>
                <a:sym typeface="Arial"/>
              </a:rPr>
              <a:t>‹#›</a:t>
            </a:fld>
            <a:endParaRPr sz="900" b="0" i="0" u="none" strike="noStrike" spc="0">
              <a:solidFill>
                <a:srgbClr val="888888"/>
              </a:solidFill>
              <a:latin typeface="Arial"/>
              <a:ea typeface="Arial"/>
              <a:cs typeface="Arial"/>
              <a:sym typeface="Arial"/>
            </a:endParaRPr>
          </a:p>
        </p:txBody>
      </p:sp>
    </p:spTree>
  </p:cSld>
  <p:clrMap bg1="lt1" tx1="dk1" bg2="lt2" tx2="dk2" accent1="accent1" accent2="accent2" accent3="accent3" accent4="accent4" accent5="accent5" accent6="accent6" hlink="hlink" folHlink="folHlink"/>
  <p:sldLayoutIdLst>
    <p:sldLayoutId id="2157483711" r:id="rId1"/>
    <p:sldLayoutId id="2157483712" r:id="rId2"/>
    <p:sldLayoutId id="2157483713" r:id="rId3"/>
    <p:sldLayoutId id="2157483714" r:id="rId4"/>
    <p:sldLayoutId id="2157483715" r:id="rId5"/>
    <p:sldLayoutId id="2157483716" r:id="rId6"/>
    <p:sldLayoutId id="2157483717" r:id="rId7"/>
    <p:sldLayoutId id="2157483718" r:id="rId8"/>
    <p:sldLayoutId id="2157483719" r:id="rId9"/>
    <p:sldLayoutId id="2157483720" r:id="rId10"/>
    <p:sldLayoutId id="215748372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developer.nvidia.com/isaac-sim"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326"/>
            </a:gs>
            <a:gs pos="100000">
              <a:srgbClr val="1E3250"/>
            </a:gs>
          </a:gsLst>
          <a:lin ang="2700000" scaled="0"/>
        </a:gradFill>
        <a:effectLst/>
      </p:bgPr>
    </p:bg>
    <p:spTree>
      <p:nvGrpSpPr>
        <p:cNvPr id="1" name=""/>
        <p:cNvGrpSpPr/>
        <p:nvPr/>
      </p:nvGrpSpPr>
      <p:grpSpPr>
        <a:xfrm>
          <a:off x="0" y="0"/>
          <a:ext cx="0" cy="0"/>
          <a:chOff x="0" y="0"/>
          <a:chExt cx="0" cy="0"/>
        </a:xfrm>
      </p:grpSpPr>
      <p:sp>
        <p:nvSpPr>
          <p:cNvPr id="2" name="Auto Shape 1"/>
          <p:cNvSpPr>
            <a:spLocks noGrp="1"/>
          </p:cNvSpPr>
          <p:nvPr/>
        </p:nvSpPr>
        <p:spPr>
          <a:xfrm>
            <a:off x="0" y="0"/>
            <a:ext cx="152400" cy="6858000"/>
          </a:xfrm>
          <a:prstGeom prst="roundRect">
            <a:avLst>
              <a:gd name="adj" fmla="val 0"/>
            </a:avLst>
          </a:prstGeom>
          <a:solidFill>
            <a:srgbClr val="76B900"/>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3" name="Auto Shape 2"/>
          <p:cNvSpPr>
            <a:spLocks noGrp="1"/>
          </p:cNvSpPr>
          <p:nvPr/>
        </p:nvSpPr>
        <p:spPr>
          <a:xfrm>
            <a:off x="1016000" y="1778000"/>
            <a:ext cx="10160000" cy="762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0" i="0" u="none" strike="noStrike" spc="0">
                <a:solidFill>
                  <a:srgbClr val="76B900"/>
                </a:solidFill>
                <a:latin typeface="Noto Sans SC"/>
                <a:ea typeface="Noto Sans SC"/>
                <a:cs typeface="Noto Sans SC"/>
                <a:sym typeface="Noto Sans SC"/>
              </a:rPr>
              <a:t>NVIDIA ISAAC SIM · HANDS-ON TUTORIAL</a:t>
            </a:r>
          </a:p>
        </p:txBody>
      </p:sp>
      <p:sp>
        <p:nvSpPr>
          <p:cNvPr id="4" name="Auto Shape 3"/>
          <p:cNvSpPr>
            <a:spLocks noGrp="1"/>
          </p:cNvSpPr>
          <p:nvPr/>
        </p:nvSpPr>
        <p:spPr>
          <a:xfrm>
            <a:off x="1016000" y="2540000"/>
            <a:ext cx="10160000" cy="1270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00000"/>
              </a:lnSpc>
            </a:pPr>
            <a:r>
              <a:rPr lang="en-US" sz="4200" b="1" i="0" u="none" strike="noStrike" spc="0">
                <a:solidFill>
                  <a:srgbClr val="FFFFFF"/>
                </a:solidFill>
                <a:latin typeface="Noto Sans SC"/>
                <a:ea typeface="Noto Sans SC"/>
                <a:cs typeface="Noto Sans SC"/>
                <a:sym typeface="Noto Sans SC"/>
              </a:rPr>
              <a:t>Getting Started with</a:t>
            </a:r>
          </a:p>
          <a:p>
            <a:pPr marL="0" marR="0" algn="l">
              <a:lnSpc>
                <a:spcPct val="100000"/>
              </a:lnSpc>
            </a:pPr>
            <a:r>
              <a:rPr lang="en-US" sz="4200" b="1" i="0" u="none" strike="noStrike" spc="0">
                <a:solidFill>
                  <a:srgbClr val="FFFFFF"/>
                </a:solidFill>
                <a:latin typeface="Noto Sans SC"/>
                <a:ea typeface="Noto Sans SC"/>
                <a:cs typeface="Noto Sans SC"/>
                <a:sym typeface="Noto Sans SC"/>
              </a:rPr>
              <a:t>Isaac Sim</a:t>
            </a:r>
          </a:p>
        </p:txBody>
      </p:sp>
      <p:sp>
        <p:nvSpPr>
          <p:cNvPr id="5" name="Auto Shape 4"/>
          <p:cNvSpPr>
            <a:spLocks noGrp="1"/>
          </p:cNvSpPr>
          <p:nvPr/>
        </p:nvSpPr>
        <p:spPr>
          <a:xfrm>
            <a:off x="1016000" y="4318000"/>
            <a:ext cx="8890000" cy="762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800" b="0" i="0" u="none" strike="noStrike" spc="0">
                <a:solidFill>
                  <a:srgbClr val="C8D2DC"/>
                </a:solidFill>
                <a:latin typeface="Noto Sans SC"/>
                <a:ea typeface="Noto Sans SC"/>
                <a:cs typeface="Noto Sans SC"/>
                <a:sym typeface="Noto Sans SC"/>
              </a:rPr>
              <a:t>A step-by-step guide for complete beginners</a:t>
            </a:r>
          </a:p>
          <a:p>
            <a:pPr marL="0" marR="0" algn="l">
              <a:lnSpc>
                <a:spcPct val="125000"/>
              </a:lnSpc>
            </a:pPr>
            <a:r>
              <a:rPr lang="en-US" sz="1800" b="0" i="0" u="none" strike="noStrike" spc="0">
                <a:solidFill>
                  <a:srgbClr val="C8D2DC"/>
                </a:solidFill>
                <a:latin typeface="Noto Sans SC"/>
                <a:ea typeface="Noto Sans SC"/>
                <a:cs typeface="Noto Sans SC"/>
                <a:sym typeface="Noto Sans SC"/>
              </a:rPr>
              <a:t>Build, simulate, and deploy robots in NVIDIA Omniverse</a:t>
            </a:r>
          </a:p>
        </p:txBody>
      </p:sp>
      <p:sp>
        <p:nvSpPr>
          <p:cNvPr id="6" name="Auto Shape 5"/>
          <p:cNvSpPr>
            <a:spLocks noGrp="1"/>
          </p:cNvSpPr>
          <p:nvPr/>
        </p:nvSpPr>
        <p:spPr>
          <a:xfrm>
            <a:off x="1016000" y="5969000"/>
            <a:ext cx="8890000" cy="381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100" b="0" i="0" u="none" strike="noStrike" spc="0">
                <a:solidFill>
                  <a:srgbClr val="96A0AA"/>
                </a:solidFill>
                <a:latin typeface="Noto Sans SC"/>
                <a:ea typeface="Noto Sans SC"/>
                <a:cs typeface="Noto Sans SC"/>
                <a:sym typeface="Noto Sans SC"/>
              </a:rPr>
              <a:t>Source: NVIDIA Official Documentation · docs.nvidia.com/learning/physical-ai/getting-started-with-isaac-sim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508000"/>
            <a:ext cx="10668000" cy="381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LEARNING PATH</a:t>
            </a:r>
          </a:p>
        </p:txBody>
      </p:sp>
      <p:sp>
        <p:nvSpPr>
          <p:cNvPr id="3" name="Auto Shape 2"/>
          <p:cNvSpPr>
            <a:spLocks noGrp="1"/>
          </p:cNvSpPr>
          <p:nvPr/>
        </p:nvSpPr>
        <p:spPr>
          <a:xfrm>
            <a:off x="762000" y="889000"/>
            <a:ext cx="10668000" cy="571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800" b="1" i="0" u="none" strike="noStrike" spc="0">
                <a:solidFill>
                  <a:srgbClr val="0D1326"/>
                </a:solidFill>
                <a:latin typeface="Noto Sans SC"/>
                <a:ea typeface="Noto Sans SC"/>
                <a:cs typeface="Noto Sans SC"/>
                <a:sym typeface="Noto Sans SC"/>
              </a:rPr>
              <a:t>What you will build across 5 modules</a:t>
            </a:r>
          </a:p>
        </p:txBody>
      </p:sp>
      <p:cxnSp>
        <p:nvCxnSpPr>
          <p:cNvPr id="4" name="Connector"/>
          <p:cNvCxnSpPr/>
          <p:nvPr/>
        </p:nvCxnSpPr>
        <p:spPr>
          <a:xfrm rot="-4092">
            <a:off x="762004" y="1644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905000"/>
            <a:ext cx="2540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76B900"/>
                </a:solidFill>
                <a:latin typeface="Noto Sans SC"/>
                <a:ea typeface="Noto Sans SC"/>
                <a:cs typeface="Noto Sans SC"/>
                <a:sym typeface="Noto Sans SC"/>
              </a:rPr>
              <a:t>MODULE 1</a:t>
            </a:r>
          </a:p>
        </p:txBody>
      </p:sp>
      <p:sp>
        <p:nvSpPr>
          <p:cNvPr id="6" name="Auto Shape 5"/>
          <p:cNvSpPr>
            <a:spLocks noGrp="1"/>
          </p:cNvSpPr>
          <p:nvPr/>
        </p:nvSpPr>
        <p:spPr>
          <a:xfrm>
            <a:off x="762000" y="2222500"/>
            <a:ext cx="2540000" cy="1143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16666"/>
              </a:lnSpc>
            </a:pPr>
            <a:r>
              <a:rPr lang="en-US" sz="1200" b="1" i="0" u="none" strike="noStrike" spc="0">
                <a:solidFill>
                  <a:srgbClr val="2B2F36"/>
                </a:solidFill>
                <a:latin typeface="Noto Sans SC"/>
                <a:ea typeface="Noto Sans SC"/>
                <a:cs typeface="Noto Sans SC"/>
                <a:sym typeface="Noto Sans SC"/>
              </a:rPr>
              <a:t>Build Your First Robot</a:t>
            </a:r>
          </a:p>
          <a:p>
            <a:pPr marL="0" marR="0" algn="l">
              <a:lnSpc>
                <a:spcPct val="116666"/>
              </a:lnSpc>
            </a:pPr>
            <a:r>
              <a:rPr lang="en-US" sz="1200" b="0" i="0" u="none" strike="noStrike" spc="0">
                <a:solidFill>
                  <a:srgbClr val="2B2F36"/>
                </a:solidFill>
                <a:latin typeface="Noto Sans SC"/>
                <a:ea typeface="Noto Sans SC"/>
                <a:cs typeface="Noto Sans SC"/>
                <a:sym typeface="Noto Sans SC"/>
              </a:rPr>
              <a:t>From a cube to a drivable robot with wheels, sensors, and keyboard control</a:t>
            </a:r>
          </a:p>
        </p:txBody>
      </p:sp>
      <p:sp>
        <p:nvSpPr>
          <p:cNvPr id="7" name="Auto Shape 6"/>
          <p:cNvSpPr>
            <a:spLocks noGrp="1"/>
          </p:cNvSpPr>
          <p:nvPr/>
        </p:nvSpPr>
        <p:spPr>
          <a:xfrm>
            <a:off x="3556000" y="1905000"/>
            <a:ext cx="2540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76B900"/>
                </a:solidFill>
                <a:latin typeface="Noto Sans SC"/>
                <a:ea typeface="Noto Sans SC"/>
                <a:cs typeface="Noto Sans SC"/>
                <a:sym typeface="Noto Sans SC"/>
              </a:rPr>
              <a:t>MODULE 2</a:t>
            </a:r>
          </a:p>
        </p:txBody>
      </p:sp>
      <p:sp>
        <p:nvSpPr>
          <p:cNvPr id="8" name="Auto Shape 7"/>
          <p:cNvSpPr>
            <a:spLocks noGrp="1"/>
          </p:cNvSpPr>
          <p:nvPr/>
        </p:nvSpPr>
        <p:spPr>
          <a:xfrm>
            <a:off x="3556000" y="2222500"/>
            <a:ext cx="2540000" cy="1143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16666"/>
              </a:lnSpc>
            </a:pPr>
            <a:r>
              <a:rPr lang="en-US" sz="1200" b="1" i="0" u="none" strike="noStrike" spc="0">
                <a:solidFill>
                  <a:srgbClr val="2B2F36"/>
                </a:solidFill>
                <a:latin typeface="Noto Sans SC"/>
                <a:ea typeface="Noto Sans SC"/>
                <a:cs typeface="Noto Sans SC"/>
                <a:sym typeface="Noto Sans SC"/>
              </a:rPr>
              <a:t>Ingest Robot Assets</a:t>
            </a:r>
          </a:p>
          <a:p>
            <a:pPr marL="0" marR="0" algn="l">
              <a:lnSpc>
                <a:spcPct val="116666"/>
              </a:lnSpc>
            </a:pPr>
            <a:r>
              <a:rPr lang="en-US" sz="1200" b="0" i="0" u="none" strike="noStrike" spc="0">
                <a:solidFill>
                  <a:srgbClr val="2B2F36"/>
                </a:solidFill>
                <a:latin typeface="Noto Sans SC"/>
                <a:ea typeface="Noto Sans SC"/>
                <a:cs typeface="Noto Sans SC"/>
                <a:sym typeface="Noto Sans SC"/>
              </a:rPr>
              <a:t>Import a URDF (Carter), add sensors, bridge to ROS 2</a:t>
            </a:r>
          </a:p>
        </p:txBody>
      </p:sp>
      <p:sp>
        <p:nvSpPr>
          <p:cNvPr id="9" name="Auto Shape 8"/>
          <p:cNvSpPr>
            <a:spLocks noGrp="1"/>
          </p:cNvSpPr>
          <p:nvPr/>
        </p:nvSpPr>
        <p:spPr>
          <a:xfrm>
            <a:off x="6350000" y="1905000"/>
            <a:ext cx="2540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76B900"/>
                </a:solidFill>
                <a:latin typeface="Noto Sans SC"/>
                <a:ea typeface="Noto Sans SC"/>
                <a:cs typeface="Noto Sans SC"/>
                <a:sym typeface="Noto Sans SC"/>
              </a:rPr>
              <a:t>MODULE 3</a:t>
            </a:r>
          </a:p>
        </p:txBody>
      </p:sp>
      <p:sp>
        <p:nvSpPr>
          <p:cNvPr id="10" name="Auto Shape 9"/>
          <p:cNvSpPr>
            <a:spLocks noGrp="1"/>
          </p:cNvSpPr>
          <p:nvPr/>
        </p:nvSpPr>
        <p:spPr>
          <a:xfrm>
            <a:off x="6350000" y="2222500"/>
            <a:ext cx="2540000" cy="1143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16666"/>
              </a:lnSpc>
            </a:pPr>
            <a:r>
              <a:rPr lang="en-US" sz="1200" b="1" i="0" u="none" strike="noStrike" spc="0">
                <a:solidFill>
                  <a:srgbClr val="2B2F36"/>
                </a:solidFill>
                <a:latin typeface="Noto Sans SC"/>
                <a:ea typeface="Noto Sans SC"/>
                <a:cs typeface="Noto Sans SC"/>
                <a:sym typeface="Noto Sans SC"/>
              </a:rPr>
              <a:t>Synthetic Data</a:t>
            </a:r>
          </a:p>
          <a:p>
            <a:pPr marL="0" marR="0" algn="l">
              <a:lnSpc>
                <a:spcPct val="116666"/>
              </a:lnSpc>
            </a:pPr>
            <a:r>
              <a:rPr lang="en-US" sz="1200" b="0" i="0" u="none" strike="noStrike" spc="0">
                <a:solidFill>
                  <a:srgbClr val="2B2F36"/>
                </a:solidFill>
                <a:latin typeface="Noto Sans SC"/>
                <a:ea typeface="Noto Sans SC"/>
                <a:cs typeface="Noto Sans SC"/>
                <a:sym typeface="Noto Sans SC"/>
              </a:rPr>
              <a:t>Generate labeled datasets with Replicator for perception training</a:t>
            </a:r>
          </a:p>
        </p:txBody>
      </p:sp>
      <p:sp>
        <p:nvSpPr>
          <p:cNvPr id="11" name="Auto Shape 10"/>
          <p:cNvSpPr>
            <a:spLocks noGrp="1"/>
          </p:cNvSpPr>
          <p:nvPr/>
        </p:nvSpPr>
        <p:spPr>
          <a:xfrm>
            <a:off x="9144000" y="1905000"/>
            <a:ext cx="2286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76B900"/>
                </a:solidFill>
                <a:latin typeface="Noto Sans SC"/>
                <a:ea typeface="Noto Sans SC"/>
                <a:cs typeface="Noto Sans SC"/>
                <a:sym typeface="Noto Sans SC"/>
              </a:rPr>
              <a:t>MODULE 4</a:t>
            </a:r>
          </a:p>
        </p:txBody>
      </p:sp>
      <p:sp>
        <p:nvSpPr>
          <p:cNvPr id="12" name="Auto Shape 11"/>
          <p:cNvSpPr>
            <a:spLocks noGrp="1"/>
          </p:cNvSpPr>
          <p:nvPr/>
        </p:nvSpPr>
        <p:spPr>
          <a:xfrm>
            <a:off x="9144000" y="2222500"/>
            <a:ext cx="2286000" cy="1143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16666"/>
              </a:lnSpc>
            </a:pPr>
            <a:r>
              <a:rPr lang="en-US" sz="1200" b="1" i="0" u="none" strike="noStrike" spc="0">
                <a:solidFill>
                  <a:srgbClr val="2B2F36"/>
                </a:solidFill>
                <a:latin typeface="Noto Sans SC"/>
                <a:ea typeface="Noto Sans SC"/>
                <a:cs typeface="Noto Sans SC"/>
                <a:sym typeface="Noto Sans SC"/>
              </a:rPr>
              <a:t>Software-in-the-Loop</a:t>
            </a:r>
          </a:p>
          <a:p>
            <a:pPr marL="0" marR="0" algn="l">
              <a:lnSpc>
                <a:spcPct val="116666"/>
              </a:lnSpc>
            </a:pPr>
            <a:r>
              <a:rPr lang="en-US" sz="1200" b="0" i="0" u="none" strike="noStrike" spc="0">
                <a:solidFill>
                  <a:srgbClr val="2B2F36"/>
                </a:solidFill>
                <a:latin typeface="Noto Sans SC"/>
                <a:ea typeface="Noto Sans SC"/>
                <a:cs typeface="Noto Sans SC"/>
                <a:sym typeface="Noto Sans SC"/>
              </a:rPr>
              <a:t>Drive robots with OmniGraph and Python; image segmentation</a:t>
            </a:r>
          </a:p>
        </p:txBody>
      </p:sp>
      <p:sp>
        <p:nvSpPr>
          <p:cNvPr id="13" name="Auto Shape 12"/>
          <p:cNvSpPr>
            <a:spLocks noGrp="1"/>
          </p:cNvSpPr>
          <p:nvPr/>
        </p:nvSpPr>
        <p:spPr>
          <a:xfrm>
            <a:off x="762000" y="36830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76B900"/>
                </a:solidFill>
                <a:latin typeface="Noto Sans SC"/>
                <a:ea typeface="Noto Sans SC"/>
                <a:cs typeface="Noto Sans SC"/>
                <a:sym typeface="Noto Sans SC"/>
              </a:rPr>
              <a:t>MODULE 5</a:t>
            </a:r>
          </a:p>
        </p:txBody>
      </p:sp>
      <p:sp>
        <p:nvSpPr>
          <p:cNvPr id="14" name="Auto Shape 13"/>
          <p:cNvSpPr>
            <a:spLocks noGrp="1"/>
          </p:cNvSpPr>
          <p:nvPr/>
        </p:nvSpPr>
        <p:spPr>
          <a:xfrm>
            <a:off x="762000" y="4000500"/>
            <a:ext cx="10668000" cy="635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16666"/>
              </a:lnSpc>
            </a:pPr>
            <a:r>
              <a:rPr lang="en-US" sz="1200" b="1" i="0" u="none" strike="noStrike" spc="0">
                <a:solidFill>
                  <a:srgbClr val="2B2F36"/>
                </a:solidFill>
                <a:latin typeface="Noto Sans SC"/>
                <a:ea typeface="Noto Sans SC"/>
                <a:cs typeface="Noto Sans SC"/>
                <a:sym typeface="Noto Sans SC"/>
              </a:rPr>
              <a:t>Hardware-in-the-Loop</a:t>
            </a:r>
            <a:r>
              <a:rPr lang="en-US" sz="1200" b="0" i="0" u="none" strike="noStrike" spc="0">
                <a:solidFill>
                  <a:srgbClr val="2B2F36"/>
                </a:solidFill>
                <a:latin typeface="Noto Sans SC"/>
                <a:ea typeface="Noto Sans SC"/>
                <a:cs typeface="Noto Sans SC"/>
                <a:sym typeface="Noto Sans SC"/>
              </a:rPr>
              <a:t> — Deploy to NVIDIA Jetson, run Isaac ROS, test real-robot communication</a:t>
            </a:r>
          </a:p>
        </p:txBody>
      </p:sp>
      <p:cxnSp>
        <p:nvCxnSpPr>
          <p:cNvPr id="15" name="Connector"/>
          <p:cNvCxnSpPr/>
          <p:nvPr/>
        </p:nvCxnSpPr>
        <p:spPr>
          <a:xfrm rot="-4092">
            <a:off x="762004" y="5010150"/>
            <a:ext cx="10668000" cy="12700"/>
          </a:xfrm>
          <a:prstGeom prst="straightConnector1">
            <a:avLst/>
          </a:prstGeom>
          <a:solidFill>
            <a:srgbClr val="DEE0E3"/>
          </a:solidFill>
          <a:ln w="12700" cap="flat" cmpd="sng">
            <a:solidFill>
              <a:srgbClr val="DCDCDC"/>
            </a:solidFill>
            <a:round/>
          </a:ln>
        </p:spPr>
      </p:cxnSp>
      <p:sp>
        <p:nvSpPr>
          <p:cNvPr id="16" name="Auto Shape 15"/>
          <p:cNvSpPr>
            <a:spLocks noGrp="1"/>
          </p:cNvSpPr>
          <p:nvPr/>
        </p:nvSpPr>
        <p:spPr>
          <a:xfrm>
            <a:off x="762000" y="5207000"/>
            <a:ext cx="10668000" cy="1143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300" b="1" i="0" u="none" strike="noStrike" spc="0">
                <a:solidFill>
                  <a:srgbClr val="505050"/>
                </a:solidFill>
                <a:latin typeface="Noto Sans SC"/>
                <a:ea typeface="Noto Sans SC"/>
                <a:cs typeface="Noto Sans SC"/>
                <a:sym typeface="Noto Sans SC"/>
              </a:rPr>
              <a:t>Before you start:</a:t>
            </a:r>
            <a:r>
              <a:rPr lang="en-US" sz="1300" b="0" i="0" u="none" strike="noStrike" spc="0">
                <a:solidFill>
                  <a:srgbClr val="505050"/>
                </a:solidFill>
                <a:latin typeface="Noto Sans SC"/>
                <a:ea typeface="Noto Sans SC"/>
                <a:cs typeface="Noto Sans SC"/>
                <a:sym typeface="Noto Sans SC"/>
              </a:rPr>
              <a:t> You need an NVIDIA GPU (RTX 2070 or better), Ubuntu 22.04, and about 2 hours. We begin with installation and UI basics, then build everything step by step.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5080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PREREQUISITES</a:t>
            </a:r>
          </a:p>
        </p:txBody>
      </p:sp>
      <p:sp>
        <p:nvSpPr>
          <p:cNvPr id="3" name="Auto Shape 2"/>
          <p:cNvSpPr>
            <a:spLocks noGrp="1"/>
          </p:cNvSpPr>
          <p:nvPr/>
        </p:nvSpPr>
        <p:spPr>
          <a:xfrm>
            <a:off x="762000" y="863600"/>
            <a:ext cx="10668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600" b="1" i="0" u="none" strike="noStrike" spc="0">
                <a:solidFill>
                  <a:srgbClr val="0D1326"/>
                </a:solidFill>
                <a:latin typeface="Noto Sans SC"/>
                <a:ea typeface="Noto Sans SC"/>
                <a:cs typeface="Noto Sans SC"/>
                <a:sym typeface="Noto Sans SC"/>
              </a:rPr>
              <a:t>Before you begin: system requirements</a:t>
            </a:r>
          </a:p>
        </p:txBody>
      </p:sp>
      <p:cxnSp>
        <p:nvCxnSpPr>
          <p:cNvPr id="4" name="Connector"/>
          <p:cNvCxnSpPr/>
          <p:nvPr/>
        </p:nvCxnSpPr>
        <p:spPr>
          <a:xfrm rot="-4092">
            <a:off x="762004" y="1517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778000"/>
            <a:ext cx="5080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Hardware</a:t>
            </a:r>
          </a:p>
        </p:txBody>
      </p:sp>
      <p:sp>
        <p:nvSpPr>
          <p:cNvPr id="6" name="Auto Shape 5"/>
          <p:cNvSpPr>
            <a:spLocks noGrp="1"/>
          </p:cNvSpPr>
          <p:nvPr/>
        </p:nvSpPr>
        <p:spPr>
          <a:xfrm>
            <a:off x="762000" y="2159000"/>
            <a:ext cx="5080000" cy="2286000"/>
          </a:xfrm>
          <a:prstGeom prst="rect">
            <a:avLst/>
          </a:prstGeom>
          <a:noFill/>
          <a:ln w="12700" cap="flat" cmpd="sng">
            <a:noFill/>
            <a:round/>
          </a:ln>
        </p:spPr>
        <p:txBody>
          <a:bodyPr vert="horz" wrap="square" lIns="0" tIns="0" rIns="0" bIns="0" rtlCol="0" anchor="ctr">
            <a:noAutofit/>
          </a:bodyPr>
          <a:lstStyle>
            <a:lvl1pPr algn="l"/>
          </a:lstStyle>
          <a:p>
            <a:pPr marL="165100" marR="0" indent="-165100" algn="l">
              <a:lnSpc>
                <a:spcPct val="150000"/>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NVIDIA RTX GPU: RTX 2070 (8GB) minimum, RTX 3090 / 4090 recommended</a:t>
            </a:r>
          </a:p>
          <a:p>
            <a:pPr marL="165100" marR="0" indent="-165100" algn="l">
              <a:lnSpc>
                <a:spcPct val="150000"/>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RAM: 32 GB minimum (64 GB recommended)</a:t>
            </a:r>
          </a:p>
          <a:p>
            <a:pPr marL="165100" marR="0" indent="-165100" algn="l">
              <a:lnSpc>
                <a:spcPct val="150000"/>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Storage: 30 GB free SSD</a:t>
            </a:r>
          </a:p>
          <a:p>
            <a:pPr marL="165100" marR="0" indent="-165100" algn="l">
              <a:lnSpc>
                <a:spcPct val="150000"/>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Monitor: 1920x1080 or higher</a:t>
            </a:r>
          </a:p>
        </p:txBody>
      </p:sp>
      <p:sp>
        <p:nvSpPr>
          <p:cNvPr id="7" name="Auto Shape 6"/>
          <p:cNvSpPr>
            <a:spLocks noGrp="1"/>
          </p:cNvSpPr>
          <p:nvPr/>
        </p:nvSpPr>
        <p:spPr>
          <a:xfrm>
            <a:off x="6350000" y="1778000"/>
            <a:ext cx="5080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Software</a:t>
            </a:r>
          </a:p>
        </p:txBody>
      </p:sp>
      <p:sp>
        <p:nvSpPr>
          <p:cNvPr id="8" name="Auto Shape 7"/>
          <p:cNvSpPr>
            <a:spLocks noGrp="1"/>
          </p:cNvSpPr>
          <p:nvPr/>
        </p:nvSpPr>
        <p:spPr>
          <a:xfrm>
            <a:off x="6350000" y="2159000"/>
            <a:ext cx="5080000" cy="2286000"/>
          </a:xfrm>
          <a:prstGeom prst="rect">
            <a:avLst/>
          </a:prstGeom>
          <a:noFill/>
          <a:ln w="12700" cap="flat" cmpd="sng">
            <a:noFill/>
            <a:round/>
          </a:ln>
        </p:spPr>
        <p:txBody>
          <a:bodyPr vert="horz" wrap="square" lIns="0" tIns="0" rIns="0" bIns="0" rtlCol="0" anchor="ctr">
            <a:noAutofit/>
          </a:bodyPr>
          <a:lstStyle>
            <a:lvl1pPr algn="l"/>
          </a:lstStyle>
          <a:p>
            <a:pPr marL="165100" marR="0" indent="-165100" algn="l">
              <a:lnSpc>
                <a:spcPct val="150000"/>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Ubuntu 22.04 LTS (Isaac Sim does not support Windows natively)</a:t>
            </a:r>
          </a:p>
          <a:p>
            <a:pPr marL="165100" marR="0" indent="-165100" algn="l">
              <a:lnSpc>
                <a:spcPct val="150000"/>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NVIDIA GPU driver version 550+</a:t>
            </a:r>
          </a:p>
          <a:p>
            <a:pPr marL="165100" marR="0" indent="-165100" algn="l">
              <a:lnSpc>
                <a:spcPct val="150000"/>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Python 3.10 (bundled with Isaac Sim)</a:t>
            </a:r>
          </a:p>
          <a:p>
            <a:pPr marL="165100" marR="0" indent="-165100" algn="l">
              <a:lnSpc>
                <a:spcPct val="150000"/>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ROS 2 Humble or Jazzy (for Modules 2-5)</a:t>
            </a:r>
          </a:p>
        </p:txBody>
      </p:sp>
      <p:sp>
        <p:nvSpPr>
          <p:cNvPr id="9" name="Auto Shape 8"/>
          <p:cNvSpPr>
            <a:spLocks noGrp="1"/>
          </p:cNvSpPr>
          <p:nvPr/>
        </p:nvSpPr>
        <p:spPr>
          <a:xfrm>
            <a:off x="762000" y="4826000"/>
            <a:ext cx="10668000" cy="1016000"/>
          </a:xfrm>
          <a:prstGeom prst="roundRect">
            <a:avLst>
              <a:gd name="adj" fmla="val 0"/>
            </a:avLst>
          </a:prstGeom>
          <a:solidFill>
            <a:srgbClr val="FFF8DC"/>
          </a:solidFill>
          <a:ln w="12700" cap="flat" cmpd="sng">
            <a:solidFill>
              <a:srgbClr val="C8A032"/>
            </a:solid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10" name="Auto Shape 9"/>
          <p:cNvSpPr>
            <a:spLocks noGrp="1"/>
          </p:cNvSpPr>
          <p:nvPr/>
        </p:nvSpPr>
        <p:spPr>
          <a:xfrm>
            <a:off x="1016000" y="4978400"/>
            <a:ext cx="10160000" cy="762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644614"/>
                </a:solidFill>
                <a:latin typeface="Noto Sans SC"/>
                <a:ea typeface="Noto Sans SC"/>
                <a:cs typeface="Noto Sans SC"/>
                <a:sym typeface="Noto Sans SC"/>
              </a:rPr>
              <a:t>No Linux machine?</a:t>
            </a:r>
            <a:r>
              <a:rPr lang="en-US" sz="1300" b="0" i="0" u="none" strike="noStrike" spc="0">
                <a:solidFill>
                  <a:srgbClr val="644614"/>
                </a:solidFill>
                <a:latin typeface="Noto Sans SC"/>
                <a:ea typeface="Noto Sans SC"/>
                <a:cs typeface="Noto Sans SC"/>
                <a:sym typeface="Noto Sans SC"/>
              </a:rPr>
              <a:t> You can run Isaac Sim on a cloud GPU instance (AWS G5, Lambda Labs) and connect remotely via WebRTC — covered in the appendix of this deck.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5080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STEP 0 · INSTALLATION</a:t>
            </a:r>
          </a:p>
        </p:txBody>
      </p:sp>
      <p:sp>
        <p:nvSpPr>
          <p:cNvPr id="3" name="Auto Shape 2"/>
          <p:cNvSpPr>
            <a:spLocks noGrp="1"/>
          </p:cNvSpPr>
          <p:nvPr/>
        </p:nvSpPr>
        <p:spPr>
          <a:xfrm>
            <a:off x="762000" y="863600"/>
            <a:ext cx="10668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600" b="1" i="0" u="none" strike="noStrike" spc="0">
                <a:solidFill>
                  <a:srgbClr val="0D1326"/>
                </a:solidFill>
                <a:latin typeface="Noto Sans SC"/>
                <a:ea typeface="Noto Sans SC"/>
                <a:cs typeface="Noto Sans SC"/>
                <a:sym typeface="Noto Sans SC"/>
              </a:rPr>
              <a:t>Download and launch Isaac Sim</a:t>
            </a:r>
          </a:p>
        </p:txBody>
      </p:sp>
      <p:cxnSp>
        <p:nvCxnSpPr>
          <p:cNvPr id="4" name="Connector"/>
          <p:cNvCxnSpPr/>
          <p:nvPr/>
        </p:nvCxnSpPr>
        <p:spPr>
          <a:xfrm rot="-4092">
            <a:off x="762004" y="1517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7780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1. Download from NVIDIA</a:t>
            </a:r>
          </a:p>
        </p:txBody>
      </p:sp>
      <p:sp>
        <p:nvSpPr>
          <p:cNvPr id="6" name="Auto Shape 5"/>
          <p:cNvSpPr>
            <a:spLocks noGrp="1"/>
          </p:cNvSpPr>
          <p:nvPr/>
        </p:nvSpPr>
        <p:spPr>
          <a:xfrm>
            <a:off x="1016000" y="2133600"/>
            <a:ext cx="10414000" cy="635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0" i="0" u="none" strike="noStrike" spc="0">
                <a:solidFill>
                  <a:srgbClr val="2B2F36"/>
                </a:solidFill>
                <a:latin typeface="Noto Sans SC"/>
                <a:ea typeface="Noto Sans SC"/>
                <a:cs typeface="Noto Sans SC"/>
                <a:sym typeface="Noto Sans SC"/>
              </a:rPr>
              <a:t>Go to </a:t>
            </a:r>
            <a:r>
              <a:rPr lang="en-US" sz="1300" b="0" i="0" u="none" strike="noStrike" spc="0">
                <a:solidFill>
                  <a:srgbClr val="2B2F36"/>
                </a:solidFill>
                <a:latin typeface="Noto Sans SC"/>
                <a:ea typeface="Noto Sans SC"/>
                <a:cs typeface="Noto Sans SC"/>
                <a:sym typeface="Noto Sans SC"/>
                <a:hlinkClick r:id="rId3">
                  <a:extLst>
                    <a:ext uri="{A12FA001-AC4F-418D-AE19-62706E023703}">
                      <ahyp:hlinkClr xmlns:ahyp="http://schemas.microsoft.com/office/drawing/2018/hyperlinkcolor" val="tx"/>
                    </a:ext>
                  </a:extLst>
                </a:hlinkClick>
              </a:rPr>
              <a:t>developer.nvidia.com/isaac-sim</a:t>
            </a:r>
            <a:r>
              <a:rPr lang="en-US" sz="1300" b="0" i="0" u="none" strike="noStrike" spc="0">
                <a:solidFill>
                  <a:srgbClr val="2B2F36"/>
                </a:solidFill>
                <a:latin typeface="Noto Sans SC"/>
                <a:ea typeface="Noto Sans SC"/>
                <a:cs typeface="Noto Sans SC"/>
                <a:sym typeface="Noto Sans SC"/>
              </a:rPr>
              <a:t>, download the Isaac Sim 4.x package for Ubuntu 22.04. Extract the archive anywhere, e.g. ~/isaac_sim.</a:t>
            </a:r>
          </a:p>
        </p:txBody>
      </p:sp>
      <p:sp>
        <p:nvSpPr>
          <p:cNvPr id="7" name="Auto Shape 6"/>
          <p:cNvSpPr>
            <a:spLocks noGrp="1"/>
          </p:cNvSpPr>
          <p:nvPr/>
        </p:nvSpPr>
        <p:spPr>
          <a:xfrm>
            <a:off x="762000" y="28575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2. First launch (command line)</a:t>
            </a:r>
          </a:p>
        </p:txBody>
      </p:sp>
      <p:sp>
        <p:nvSpPr>
          <p:cNvPr id="8" name="Auto Shape 7"/>
          <p:cNvSpPr>
            <a:spLocks noGrp="1"/>
          </p:cNvSpPr>
          <p:nvPr/>
        </p:nvSpPr>
        <p:spPr>
          <a:xfrm>
            <a:off x="1016000" y="3238500"/>
            <a:ext cx="10414000" cy="698500"/>
          </a:xfrm>
          <a:prstGeom prst="roundRect">
            <a:avLst>
              <a:gd name="adj" fmla="val 0"/>
            </a:avLst>
          </a:prstGeom>
          <a:solidFill>
            <a:srgbClr val="282828"/>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9" name="Auto Shape 8"/>
          <p:cNvSpPr>
            <a:spLocks noGrp="1"/>
          </p:cNvSpPr>
          <p:nvPr/>
        </p:nvSpPr>
        <p:spPr>
          <a:xfrm>
            <a:off x="1206500" y="3327400"/>
            <a:ext cx="10033000" cy="571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0" i="0" u="none" strike="noStrike" spc="0">
                <a:solidFill>
                  <a:srgbClr val="DCDCDC"/>
                </a:solidFill>
                <a:latin typeface="Consolas"/>
                <a:ea typeface="Consolas"/>
                <a:cs typeface="Consolas"/>
                <a:sym typeface="Consolas"/>
              </a:rPr>
              <a:t>cd ~/isaac_sim</a:t>
            </a:r>
          </a:p>
          <a:p>
            <a:pPr marL="0" marR="0" algn="l">
              <a:lnSpc>
                <a:spcPct val="125000"/>
              </a:lnSpc>
            </a:pPr>
            <a:r>
              <a:rPr lang="en-US" sz="1200" b="0" i="0" u="none" strike="noStrike" spc="0">
                <a:solidFill>
                  <a:srgbClr val="DCDCDC"/>
                </a:solidFill>
                <a:latin typeface="Consolas"/>
                <a:ea typeface="Consolas"/>
                <a:cs typeface="Consolas"/>
                <a:sym typeface="Consolas"/>
              </a:rPr>
              <a:t>./isaac-sim.sh</a:t>
            </a:r>
          </a:p>
        </p:txBody>
      </p:sp>
      <p:sp>
        <p:nvSpPr>
          <p:cNvPr id="10" name="Auto Shape 9"/>
          <p:cNvSpPr>
            <a:spLocks noGrp="1"/>
          </p:cNvSpPr>
          <p:nvPr/>
        </p:nvSpPr>
        <p:spPr>
          <a:xfrm>
            <a:off x="762000" y="41275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3. What you see on first launch</a:t>
            </a:r>
          </a:p>
        </p:txBody>
      </p:sp>
      <p:sp>
        <p:nvSpPr>
          <p:cNvPr id="11" name="Auto Shape 10"/>
          <p:cNvSpPr>
            <a:spLocks noGrp="1"/>
          </p:cNvSpPr>
          <p:nvPr/>
        </p:nvSpPr>
        <p:spPr>
          <a:xfrm>
            <a:off x="1016000" y="4508500"/>
            <a:ext cx="10414000" cy="1270000"/>
          </a:xfrm>
          <a:prstGeom prst="rect">
            <a:avLst/>
          </a:prstGeom>
          <a:noFill/>
          <a:ln w="12700" cap="flat" cmpd="sng">
            <a:noFill/>
            <a:round/>
          </a:ln>
        </p:spPr>
        <p:txBody>
          <a:bodyPr vert="horz" wrap="square" lIns="0" tIns="0" rIns="0" bIns="0" rtlCol="0" anchor="ctr">
            <a:noAutofit/>
          </a:bodyPr>
          <a:lstStyle>
            <a:lvl1pPr algn="l"/>
          </a:lstStyle>
          <a:p>
            <a:pPr marL="165100" marR="0" indent="-165100" algn="l">
              <a:lnSpc>
                <a:spcPct val="141666"/>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A </a:t>
            </a:r>
            <a:r>
              <a:rPr lang="en-US" sz="1300" b="1" i="0" u="none" strike="noStrike" spc="0">
                <a:solidFill>
                  <a:srgbClr val="2B2F36"/>
                </a:solidFill>
                <a:latin typeface="Noto Sans SC"/>
                <a:ea typeface="Noto Sans SC"/>
                <a:cs typeface="Noto Sans SC"/>
                <a:sym typeface="Noto Sans SC"/>
              </a:rPr>
              <a:t>USD Explorer</a:t>
            </a:r>
            <a:r>
              <a:rPr lang="en-US" sz="1300" b="0" i="0" u="none" strike="noStrike" spc="0">
                <a:solidFill>
                  <a:srgbClr val="2B2F36"/>
                </a:solidFill>
                <a:latin typeface="Noto Sans SC"/>
                <a:ea typeface="Noto Sans SC"/>
                <a:cs typeface="Noto Sans SC"/>
                <a:sym typeface="Noto Sans SC"/>
              </a:rPr>
              <a:t> window opens with an empty stage — this is the 3D viewport.</a:t>
            </a:r>
          </a:p>
          <a:p>
            <a:pPr marL="165100" marR="0" indent="-165100" algn="l">
              <a:lnSpc>
                <a:spcPct val="141666"/>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Left panel: </a:t>
            </a:r>
            <a:r>
              <a:rPr lang="en-US" sz="1300" b="1" i="0" u="none" strike="noStrike" spc="0">
                <a:solidFill>
                  <a:srgbClr val="2B2F36"/>
                </a:solidFill>
                <a:latin typeface="Noto Sans SC"/>
                <a:ea typeface="Noto Sans SC"/>
                <a:cs typeface="Noto Sans SC"/>
                <a:sym typeface="Noto Sans SC"/>
              </a:rPr>
              <a:t>Stage</a:t>
            </a:r>
            <a:r>
              <a:rPr lang="en-US" sz="1300" b="0" i="0" u="none" strike="noStrike" spc="0">
                <a:solidFill>
                  <a:srgbClr val="2B2F36"/>
                </a:solidFill>
                <a:latin typeface="Noto Sans SC"/>
                <a:ea typeface="Noto Sans SC"/>
                <a:cs typeface="Noto Sans SC"/>
                <a:sym typeface="Noto Sans SC"/>
              </a:rPr>
              <a:t> (scene hierarchy). Right panel: </a:t>
            </a:r>
            <a:r>
              <a:rPr lang="en-US" sz="1300" b="1" i="0" u="none" strike="noStrike" spc="0">
                <a:solidFill>
                  <a:srgbClr val="2B2F36"/>
                </a:solidFill>
                <a:latin typeface="Noto Sans SC"/>
                <a:ea typeface="Noto Sans SC"/>
                <a:cs typeface="Noto Sans SC"/>
                <a:sym typeface="Noto Sans SC"/>
              </a:rPr>
              <a:t>Property</a:t>
            </a:r>
            <a:r>
              <a:rPr lang="en-US" sz="1300" b="0" i="0" u="none" strike="noStrike" spc="0">
                <a:solidFill>
                  <a:srgbClr val="2B2F36"/>
                </a:solidFill>
                <a:latin typeface="Noto Sans SC"/>
                <a:ea typeface="Noto Sans SC"/>
                <a:cs typeface="Noto Sans SC"/>
                <a:sym typeface="Noto Sans SC"/>
              </a:rPr>
              <a:t> (selected object details).</a:t>
            </a:r>
          </a:p>
          <a:p>
            <a:pPr marL="165100" marR="0" indent="-165100" algn="l">
              <a:lnSpc>
                <a:spcPct val="141666"/>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Bottom: timeline with Play/Pause/Stop controls. Top menu: Create, Window, Workflows.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444500"/>
            <a:ext cx="10668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STEP 0 · ALTERNATIVE LAUNCH</a:t>
            </a:r>
          </a:p>
        </p:txBody>
      </p:sp>
      <p:sp>
        <p:nvSpPr>
          <p:cNvPr id="3" name="Auto Shape 2"/>
          <p:cNvSpPr>
            <a:spLocks noGrp="1"/>
          </p:cNvSpPr>
          <p:nvPr/>
        </p:nvSpPr>
        <p:spPr>
          <a:xfrm>
            <a:off x="762000" y="762000"/>
            <a:ext cx="10668000" cy="4572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200" b="1" i="0" u="none" strike="noStrike" spc="0">
                <a:solidFill>
                  <a:srgbClr val="0D1326"/>
                </a:solidFill>
                <a:latin typeface="Noto Sans SC"/>
                <a:ea typeface="Noto Sans SC"/>
                <a:cs typeface="Noto Sans SC"/>
                <a:sym typeface="Noto Sans SC"/>
              </a:rPr>
              <a:t>Run Isaac Sim remotely via WebRTC streaming</a:t>
            </a:r>
          </a:p>
        </p:txBody>
      </p:sp>
      <p:cxnSp>
        <p:nvCxnSpPr>
          <p:cNvPr id="4" name="Connector"/>
          <p:cNvCxnSpPr/>
          <p:nvPr/>
        </p:nvCxnSpPr>
        <p:spPr>
          <a:xfrm rot="-4092">
            <a:off x="762004" y="13271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498600"/>
            <a:ext cx="10668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0" i="0" u="none" strike="noStrike" spc="0">
                <a:solidFill>
                  <a:srgbClr val="2B2F36"/>
                </a:solidFill>
                <a:latin typeface="Noto Sans SC"/>
                <a:ea typeface="Noto Sans SC"/>
                <a:cs typeface="Noto Sans SC"/>
                <a:sym typeface="Noto Sans SC"/>
              </a:rPr>
              <a:t>If your laptop lacks a GPU: run Isaac Sim on a remote GPU server and connect with the NVIDIA Streaming Client app.</a:t>
            </a:r>
          </a:p>
        </p:txBody>
      </p:sp>
      <p:sp>
        <p:nvSpPr>
          <p:cNvPr id="6" name="Auto Shape 5"/>
          <p:cNvSpPr>
            <a:spLocks noGrp="1"/>
          </p:cNvSpPr>
          <p:nvPr/>
        </p:nvSpPr>
        <p:spPr>
          <a:xfrm>
            <a:off x="762000" y="1905000"/>
            <a:ext cx="5334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0D1326"/>
                </a:solidFill>
                <a:latin typeface="Noto Sans SC"/>
                <a:ea typeface="Noto Sans SC"/>
                <a:cs typeface="Noto Sans SC"/>
                <a:sym typeface="Noto Sans SC"/>
              </a:rPr>
              <a:t>Step 1: SSH into the server with PuTTY</a:t>
            </a:r>
          </a:p>
        </p:txBody>
      </p:sp>
      <p:sp>
        <p:nvSpPr>
          <p:cNvPr id="7" name="Auto Shape 6"/>
          <p:cNvSpPr>
            <a:spLocks noGrp="1"/>
          </p:cNvSpPr>
          <p:nvPr/>
        </p:nvSpPr>
        <p:spPr>
          <a:xfrm>
            <a:off x="762000" y="2222500"/>
            <a:ext cx="5334000" cy="1016000"/>
          </a:xfrm>
          <a:prstGeom prst="rect">
            <a:avLst/>
          </a:prstGeom>
          <a:noFill/>
          <a:ln w="12700" cap="flat" cmpd="sng">
            <a:noFill/>
            <a:round/>
          </a:ln>
        </p:spPr>
        <p:txBody>
          <a:bodyPr vert="horz" wrap="square" lIns="0" tIns="0" rIns="0" bIns="0" rtlCol="0" anchor="ctr">
            <a:noAutofit/>
          </a:bodyPr>
          <a:lstStyle>
            <a:lvl1pPr algn="l"/>
          </a:lstStyle>
          <a:p>
            <a:pPr marL="152400" marR="0" indent="-152400" algn="l">
              <a:lnSpc>
                <a:spcPct val="133333"/>
              </a:lnSpc>
              <a:buClr>
                <a:srgbClr val="2B2F36"/>
              </a:buClr>
              <a:buFont typeface="Arial"/>
              <a:buChar char="•"/>
            </a:pPr>
            <a:r>
              <a:rPr lang="en-US" sz="1200" b="0" i="0" u="none" strike="noStrike" spc="0">
                <a:solidFill>
                  <a:srgbClr val="2B2F36"/>
                </a:solidFill>
                <a:latin typeface="Noto Sans SC"/>
                <a:ea typeface="Noto Sans SC"/>
                <a:cs typeface="Noto Sans SC"/>
                <a:sym typeface="Noto Sans SC"/>
              </a:rPr>
              <a:t>Open PuTTY, enter the server IP and port 22</a:t>
            </a:r>
          </a:p>
          <a:p>
            <a:pPr marL="152400" marR="0" indent="-152400" algn="l">
              <a:lnSpc>
                <a:spcPct val="133333"/>
              </a:lnSpc>
              <a:buClr>
                <a:srgbClr val="2B2F36"/>
              </a:buClr>
              <a:buFont typeface="Arial"/>
              <a:buChar char="•"/>
            </a:pPr>
            <a:r>
              <a:rPr lang="en-US" sz="1200" b="0" i="0" u="none" strike="noStrike" spc="0">
                <a:solidFill>
                  <a:srgbClr val="2B2F36"/>
                </a:solidFill>
                <a:latin typeface="Noto Sans SC"/>
                <a:ea typeface="Noto Sans SC"/>
                <a:cs typeface="Noto Sans SC"/>
                <a:sym typeface="Noto Sans SC"/>
              </a:rPr>
              <a:t>Log in with your username and password</a:t>
            </a:r>
          </a:p>
          <a:p>
            <a:pPr marL="152400" marR="0" indent="-152400" algn="l">
              <a:lnSpc>
                <a:spcPct val="133333"/>
              </a:lnSpc>
              <a:buClr>
                <a:srgbClr val="2B2F36"/>
              </a:buClr>
              <a:buFont typeface="Arial"/>
              <a:buChar char="•"/>
            </a:pPr>
            <a:r>
              <a:rPr lang="en-US" sz="1200" b="0" i="0" u="none" strike="noStrike" spc="0">
                <a:solidFill>
                  <a:srgbClr val="2B2F36"/>
                </a:solidFill>
                <a:latin typeface="Noto Sans SC"/>
                <a:ea typeface="Noto Sans SC"/>
                <a:cs typeface="Noto Sans SC"/>
                <a:sym typeface="Noto Sans SC"/>
              </a:rPr>
              <a:t>You now have a terminal on the GPU server</a:t>
            </a:r>
          </a:p>
        </p:txBody>
      </p:sp>
      <p:sp>
        <p:nvSpPr>
          <p:cNvPr id="8" name="Auto Shape 7"/>
          <p:cNvSpPr>
            <a:spLocks noGrp="1"/>
          </p:cNvSpPr>
          <p:nvPr/>
        </p:nvSpPr>
        <p:spPr>
          <a:xfrm>
            <a:off x="6350000" y="1905000"/>
            <a:ext cx="5080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0D1326"/>
                </a:solidFill>
                <a:latin typeface="Noto Sans SC"/>
                <a:ea typeface="Noto Sans SC"/>
                <a:cs typeface="Noto Sans SC"/>
                <a:sym typeface="Noto Sans SC"/>
              </a:rPr>
              <a:t>Step 2: Start Isaac Sim streaming</a:t>
            </a:r>
          </a:p>
        </p:txBody>
      </p:sp>
      <p:sp>
        <p:nvSpPr>
          <p:cNvPr id="9" name="Auto Shape 8"/>
          <p:cNvSpPr>
            <a:spLocks noGrp="1"/>
          </p:cNvSpPr>
          <p:nvPr/>
        </p:nvSpPr>
        <p:spPr>
          <a:xfrm>
            <a:off x="6350000" y="2222500"/>
            <a:ext cx="5080000" cy="1016000"/>
          </a:xfrm>
          <a:prstGeom prst="roundRect">
            <a:avLst>
              <a:gd name="adj" fmla="val 0"/>
            </a:avLst>
          </a:prstGeom>
          <a:solidFill>
            <a:srgbClr val="282828"/>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10" name="Auto Shape 9"/>
          <p:cNvSpPr>
            <a:spLocks noGrp="1"/>
          </p:cNvSpPr>
          <p:nvPr/>
        </p:nvSpPr>
        <p:spPr>
          <a:xfrm>
            <a:off x="6502400" y="2311400"/>
            <a:ext cx="4775200" cy="8636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16666"/>
              </a:lnSpc>
            </a:pPr>
            <a:r>
              <a:rPr lang="en-US" sz="1000" b="0" i="0" u="none" strike="noStrike" spc="0">
                <a:solidFill>
                  <a:srgbClr val="DCDCDC"/>
                </a:solidFill>
                <a:latin typeface="Consolas"/>
                <a:ea typeface="Consolas"/>
                <a:cs typeface="Consolas"/>
                <a:sym typeface="Consolas"/>
              </a:rPr>
              <a:t>cd ~/isaac_sim</a:t>
            </a:r>
          </a:p>
          <a:p>
            <a:pPr marL="0" marR="0" algn="l">
              <a:lnSpc>
                <a:spcPct val="116666"/>
              </a:lnSpc>
            </a:pPr>
            <a:r>
              <a:rPr lang="en-US" sz="1000" b="0" i="0" u="none" strike="noStrike" spc="0">
                <a:solidFill>
                  <a:srgbClr val="DCDCDC"/>
                </a:solidFill>
                <a:latin typeface="Consolas"/>
                <a:ea typeface="Consolas"/>
                <a:cs typeface="Consolas"/>
                <a:sym typeface="Consolas"/>
              </a:rPr>
              <a:t>./isaac-sim.streaming.sh \</a:t>
            </a:r>
          </a:p>
          <a:p>
            <a:pPr marL="0" marR="0" algn="l">
              <a:lnSpc>
                <a:spcPct val="116666"/>
              </a:lnSpc>
            </a:pPr>
            <a:r>
              <a:rPr lang="en-US" sz="1000" b="0" i="0" u="none" strike="noStrike" spc="0">
                <a:solidFill>
                  <a:srgbClr val="DCDCDC"/>
                </a:solidFill>
                <a:latin typeface="Consolas"/>
                <a:ea typeface="Consolas"/>
                <a:cs typeface="Consolas"/>
                <a:sym typeface="Consolas"/>
              </a:rPr>
              <a:t>--/app/livestream/publicEndpointAddress=&lt;SERVER_IP&gt; \</a:t>
            </a:r>
          </a:p>
          <a:p>
            <a:pPr marL="0" marR="0" algn="l">
              <a:lnSpc>
                <a:spcPct val="116666"/>
              </a:lnSpc>
            </a:pPr>
            <a:r>
              <a:rPr lang="en-US" sz="1000" b="0" i="0" u="none" strike="noStrike" spc="0">
                <a:solidFill>
                  <a:srgbClr val="DCDCDC"/>
                </a:solidFill>
                <a:latin typeface="Consolas"/>
                <a:ea typeface="Consolas"/>
                <a:cs typeface="Consolas"/>
                <a:sym typeface="Consolas"/>
              </a:rPr>
              <a:t>--/app/livestream/port=49100</a:t>
            </a:r>
          </a:p>
        </p:txBody>
      </p:sp>
      <p:cxnSp>
        <p:nvCxnSpPr>
          <p:cNvPr id="11" name="Connector"/>
          <p:cNvCxnSpPr/>
          <p:nvPr/>
        </p:nvCxnSpPr>
        <p:spPr>
          <a:xfrm rot="-4092">
            <a:off x="762004" y="3486150"/>
            <a:ext cx="10668000" cy="12700"/>
          </a:xfrm>
          <a:prstGeom prst="straightConnector1">
            <a:avLst/>
          </a:prstGeom>
          <a:solidFill>
            <a:srgbClr val="DEE0E3"/>
          </a:solidFill>
          <a:ln w="12700" cap="flat" cmpd="sng">
            <a:solidFill>
              <a:srgbClr val="DCDCDC"/>
            </a:solidFill>
            <a:round/>
          </a:ln>
        </p:spPr>
      </p:cxnSp>
      <p:sp>
        <p:nvSpPr>
          <p:cNvPr id="12" name="Auto Shape 11"/>
          <p:cNvSpPr>
            <a:spLocks noGrp="1"/>
          </p:cNvSpPr>
          <p:nvPr/>
        </p:nvSpPr>
        <p:spPr>
          <a:xfrm>
            <a:off x="762000" y="3657600"/>
            <a:ext cx="10668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0D1326"/>
                </a:solidFill>
                <a:latin typeface="Noto Sans SC"/>
                <a:ea typeface="Noto Sans SC"/>
                <a:cs typeface="Noto Sans SC"/>
                <a:sym typeface="Noto Sans SC"/>
              </a:rPr>
              <a:t>Step 3: Connect with the NVIDIA Streaming Client app</a:t>
            </a:r>
          </a:p>
        </p:txBody>
      </p:sp>
      <p:sp>
        <p:nvSpPr>
          <p:cNvPr id="13" name="Auto Shape 12"/>
          <p:cNvSpPr>
            <a:spLocks noGrp="1"/>
          </p:cNvSpPr>
          <p:nvPr/>
        </p:nvSpPr>
        <p:spPr>
          <a:xfrm>
            <a:off x="762000" y="4000500"/>
            <a:ext cx="10668000" cy="698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200" b="0" i="0" u="none" strike="noStrike" spc="0">
                <a:solidFill>
                  <a:srgbClr val="2B2F36"/>
                </a:solidFill>
                <a:latin typeface="Noto Sans SC"/>
                <a:ea typeface="Noto Sans SC"/>
                <a:cs typeface="Noto Sans SC"/>
                <a:sym typeface="Noto Sans SC"/>
              </a:rPr>
              <a:t>Download the </a:t>
            </a:r>
            <a:r>
              <a:rPr lang="en-US" sz="1200" b="1" i="0" u="none" strike="noStrike" spc="0">
                <a:solidFill>
                  <a:srgbClr val="2B2F36"/>
                </a:solidFill>
                <a:latin typeface="Noto Sans SC"/>
                <a:ea typeface="Noto Sans SC"/>
                <a:cs typeface="Noto Sans SC"/>
                <a:sym typeface="Noto Sans SC"/>
              </a:rPr>
              <a:t>Streaming Client</a:t>
            </a:r>
            <a:r>
              <a:rPr lang="en-US" sz="1200" b="0" i="0" u="none" strike="noStrike" spc="0">
                <a:solidFill>
                  <a:srgbClr val="2B2F36"/>
                </a:solidFill>
                <a:latin typeface="Noto Sans SC"/>
                <a:ea typeface="Noto Sans SC"/>
                <a:cs typeface="Noto Sans SC"/>
                <a:sym typeface="Noto Sans SC"/>
              </a:rPr>
              <a:t> from NVIDIA (docs.isaacsim.omniverse.nvidia.com &gt; Installation &gt; Download). Install on your Windows laptop. Open it, enter the </a:t>
            </a:r>
            <a:r>
              <a:rPr lang="en-US" sz="1200" b="1" i="0" u="none" strike="noStrike" spc="0">
                <a:solidFill>
                  <a:srgbClr val="2B2F36"/>
                </a:solidFill>
                <a:latin typeface="Noto Sans SC"/>
                <a:ea typeface="Noto Sans SC"/>
                <a:cs typeface="Noto Sans SC"/>
                <a:sym typeface="Noto Sans SC"/>
              </a:rPr>
              <a:t>server IP</a:t>
            </a:r>
            <a:r>
              <a:rPr lang="en-US" sz="1200" b="0" i="0" u="none" strike="noStrike" spc="0">
                <a:solidFill>
                  <a:srgbClr val="2B2F36"/>
                </a:solidFill>
                <a:latin typeface="Noto Sans SC"/>
                <a:ea typeface="Noto Sans SC"/>
                <a:cs typeface="Noto Sans SC"/>
                <a:sym typeface="Noto Sans SC"/>
              </a:rPr>
              <a:t> in the Server field, and click </a:t>
            </a:r>
            <a:r>
              <a:rPr lang="en-US" sz="1200" b="1" i="0" u="none" strike="noStrike" spc="0">
                <a:solidFill>
                  <a:srgbClr val="2B2F36"/>
                </a:solidFill>
                <a:latin typeface="Noto Sans SC"/>
                <a:ea typeface="Noto Sans SC"/>
                <a:cs typeface="Noto Sans SC"/>
                <a:sym typeface="Noto Sans SC"/>
              </a:rPr>
              <a:t>Connect</a:t>
            </a:r>
            <a:r>
              <a:rPr lang="en-US" sz="1200" b="0" i="0" u="none" strike="noStrike" spc="0">
                <a:solidFill>
                  <a:srgbClr val="2B2F36"/>
                </a:solidFill>
                <a:latin typeface="Noto Sans SC"/>
                <a:ea typeface="Noto Sans SC"/>
                <a:cs typeface="Noto Sans SC"/>
                <a:sym typeface="Noto Sans SC"/>
              </a:rPr>
              <a:t>. The Isaac Sim viewport appears in a window.</a:t>
            </a:r>
          </a:p>
        </p:txBody>
      </p:sp>
      <p:sp>
        <p:nvSpPr>
          <p:cNvPr id="14" name="Auto Shape 13"/>
          <p:cNvSpPr>
            <a:spLocks noGrp="1"/>
          </p:cNvSpPr>
          <p:nvPr/>
        </p:nvSpPr>
        <p:spPr>
          <a:xfrm>
            <a:off x="762000" y="4762500"/>
            <a:ext cx="10668000" cy="1270000"/>
          </a:xfrm>
          <a:prstGeom prst="roundRect">
            <a:avLst>
              <a:gd name="adj" fmla="val 0"/>
            </a:avLst>
          </a:prstGeom>
          <a:solidFill>
            <a:srgbClr val="FFF8DC"/>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15" name="Auto Shape 14"/>
          <p:cNvSpPr>
            <a:spLocks noGrp="1"/>
          </p:cNvSpPr>
          <p:nvPr/>
        </p:nvSpPr>
        <p:spPr>
          <a:xfrm>
            <a:off x="1016000" y="4914900"/>
            <a:ext cx="10160000" cy="1016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644614"/>
                </a:solidFill>
                <a:latin typeface="Noto Sans SC"/>
                <a:ea typeface="Noto Sans SC"/>
                <a:cs typeface="Noto Sans SC"/>
                <a:sym typeface="Noto Sans SC"/>
              </a:rPr>
              <a:t>Tips:</a:t>
            </a:r>
          </a:p>
          <a:p>
            <a:pPr marL="0" marR="0" algn="l">
              <a:lnSpc>
                <a:spcPct val="125000"/>
              </a:lnSpc>
            </a:pPr>
            <a:r>
              <a:rPr lang="en-US" sz="1200" b="0" i="0" u="none" strike="noStrike" spc="0">
                <a:solidFill>
                  <a:srgbClr val="644614"/>
                </a:solidFill>
                <a:latin typeface="Noto Sans SC"/>
                <a:ea typeface="Noto Sans SC"/>
                <a:cs typeface="Noto Sans SC"/>
                <a:sym typeface="Noto Sans SC"/>
              </a:rPr>
              <a:t>- Use nohup or tmux so Isaac Sim keeps running if PuTTY disconnects: </a:t>
            </a:r>
            <a:r>
              <a:rPr lang="en-US" sz="1200" b="0" i="0" u="none" strike="noStrike" spc="0">
                <a:solidFill>
                  <a:srgbClr val="644614"/>
                </a:solidFill>
                <a:latin typeface="Consolas"/>
                <a:ea typeface="Consolas"/>
                <a:cs typeface="Consolas"/>
                <a:sym typeface="Consolas"/>
              </a:rPr>
              <a:t>nohup ./isaac-sim.streaming.sh ... &amp;</a:t>
            </a:r>
          </a:p>
          <a:p>
            <a:pPr marL="0" marR="0" algn="l">
              <a:lnSpc>
                <a:spcPct val="125000"/>
              </a:lnSpc>
            </a:pPr>
            <a:r>
              <a:rPr lang="en-US" sz="1200" b="0" i="0" u="none" strike="noStrike" spc="0">
                <a:solidFill>
                  <a:srgbClr val="644614"/>
                </a:solidFill>
                <a:latin typeface="Noto Sans SC"/>
                <a:ea typeface="Noto Sans SC"/>
                <a:cs typeface="Noto Sans SC"/>
                <a:sym typeface="Noto Sans SC"/>
              </a:rPr>
              <a:t>- This is NVIDIA's recommended remote method. X11 forwarding and Windows RDP do NOT work well with Isaac Sim (slow or crashes due to GPU conflicts).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508000" y="355600"/>
            <a:ext cx="11176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GETTING STARTED · UI TOUR</a:t>
            </a:r>
          </a:p>
        </p:txBody>
      </p:sp>
      <p:sp>
        <p:nvSpPr>
          <p:cNvPr id="3" name="Auto Shape 2"/>
          <p:cNvSpPr>
            <a:spLocks noGrp="1"/>
          </p:cNvSpPr>
          <p:nvPr/>
        </p:nvSpPr>
        <p:spPr>
          <a:xfrm>
            <a:off x="508000" y="660400"/>
            <a:ext cx="11176000" cy="406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200" b="1" i="0" u="none" strike="noStrike" spc="0">
                <a:solidFill>
                  <a:srgbClr val="0D1326"/>
                </a:solidFill>
                <a:latin typeface="Noto Sans SC"/>
                <a:ea typeface="Noto Sans SC"/>
                <a:cs typeface="Noto Sans SC"/>
                <a:sym typeface="Noto Sans SC"/>
              </a:rPr>
              <a:t>The Isaac Sim main window: know your workspace</a:t>
            </a:r>
          </a:p>
        </p:txBody>
      </p:sp>
      <p:pic>
        <p:nvPicPr>
          <p:cNvPr id="4" name="Picture 3"/>
          <p:cNvPicPr/>
          <p:nvPr/>
        </p:nvPicPr>
        <p:blipFill>
          <a:blip r:embed="rId3"/>
          <a:srcRect t="97" b="97"/>
          <a:stretch>
            <a:fillRect/>
          </a:stretch>
        </p:blipFill>
        <p:spPr>
          <a:xfrm>
            <a:off x="508000" y="1206500"/>
            <a:ext cx="7112000" cy="4445000"/>
          </a:xfrm>
          <a:prstGeom prst="rect">
            <a:avLst/>
          </a:prstGeom>
          <a:ln w="12700" cap="flat" cmpd="sng">
            <a:noFill/>
            <a:round/>
          </a:ln>
        </p:spPr>
      </p:pic>
      <p:sp>
        <p:nvSpPr>
          <p:cNvPr id="5" name="Auto Shape 4"/>
          <p:cNvSpPr>
            <a:spLocks noGrp="1"/>
          </p:cNvSpPr>
          <p:nvPr/>
        </p:nvSpPr>
        <p:spPr>
          <a:xfrm>
            <a:off x="8001000" y="1270000"/>
            <a:ext cx="3810000" cy="254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0D1326"/>
                </a:solidFill>
                <a:latin typeface="Noto Sans SC"/>
                <a:ea typeface="Noto Sans SC"/>
                <a:cs typeface="Noto Sans SC"/>
                <a:sym typeface="Noto Sans SC"/>
              </a:rPr>
              <a:t>1. Menu Bar</a:t>
            </a:r>
          </a:p>
        </p:txBody>
      </p:sp>
      <p:sp>
        <p:nvSpPr>
          <p:cNvPr id="6" name="Auto Shape 5"/>
          <p:cNvSpPr>
            <a:spLocks noGrp="1"/>
          </p:cNvSpPr>
          <p:nvPr/>
        </p:nvSpPr>
        <p:spPr>
          <a:xfrm>
            <a:off x="8001000" y="1524000"/>
            <a:ext cx="3810000" cy="381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100" b="0" i="0" u="none" strike="noStrike" spc="0">
                <a:solidFill>
                  <a:srgbClr val="2B2F36"/>
                </a:solidFill>
                <a:latin typeface="Noto Sans SC"/>
                <a:ea typeface="Noto Sans SC"/>
                <a:cs typeface="Noto Sans SC"/>
                <a:sym typeface="Noto Sans SC"/>
              </a:rPr>
              <a:t>File / Edit / Create / Window / Help. Open, save, add prims, manage extensions.</a:t>
            </a:r>
          </a:p>
        </p:txBody>
      </p:sp>
      <p:cxnSp>
        <p:nvCxnSpPr>
          <p:cNvPr id="7" name="Connector"/>
          <p:cNvCxnSpPr/>
          <p:nvPr/>
        </p:nvCxnSpPr>
        <p:spPr>
          <a:xfrm rot="137425" flipH="1" flipV="1">
            <a:off x="5078576" y="1327149"/>
            <a:ext cx="2860321" cy="12700"/>
          </a:xfrm>
          <a:prstGeom prst="straightConnector1">
            <a:avLst/>
          </a:prstGeom>
          <a:solidFill>
            <a:srgbClr val="DEE0E3"/>
          </a:solidFill>
          <a:ln w="25400" cap="flat" cmpd="sng">
            <a:solidFill>
              <a:srgbClr val="76B900"/>
            </a:solidFill>
            <a:round/>
            <a:tailEnd type="arrow" w="lg" len="lg"/>
          </a:ln>
        </p:spPr>
      </p:cxnSp>
      <p:sp>
        <p:nvSpPr>
          <p:cNvPr id="8" name="Auto Shape 7"/>
          <p:cNvSpPr>
            <a:spLocks noGrp="1"/>
          </p:cNvSpPr>
          <p:nvPr/>
        </p:nvSpPr>
        <p:spPr>
          <a:xfrm>
            <a:off x="8001000" y="2032000"/>
            <a:ext cx="3810000" cy="254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0D1326"/>
                </a:solidFill>
                <a:latin typeface="Noto Sans SC"/>
                <a:ea typeface="Noto Sans SC"/>
                <a:cs typeface="Noto Sans SC"/>
                <a:sym typeface="Noto Sans SC"/>
              </a:rPr>
              <a:t>2. Toolbar</a:t>
            </a:r>
          </a:p>
        </p:txBody>
      </p:sp>
      <p:sp>
        <p:nvSpPr>
          <p:cNvPr id="9" name="Auto Shape 8"/>
          <p:cNvSpPr>
            <a:spLocks noGrp="1"/>
          </p:cNvSpPr>
          <p:nvPr/>
        </p:nvSpPr>
        <p:spPr>
          <a:xfrm>
            <a:off x="8001000" y="2286000"/>
            <a:ext cx="3810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16666"/>
              </a:lnSpc>
            </a:pPr>
            <a:r>
              <a:rPr lang="en-US" sz="1100" b="0" i="0" u="none" strike="noStrike" spc="0">
                <a:solidFill>
                  <a:srgbClr val="2B2F36"/>
                </a:solidFill>
                <a:latin typeface="Noto Sans SC"/>
                <a:ea typeface="Noto Sans SC"/>
                <a:cs typeface="Noto Sans SC"/>
                <a:sym typeface="Noto Sans SC"/>
              </a:rPr>
              <a:t>Play/Stop simulation, Move (W) / Rotate (E) / Scale (R) gizmo modes, camera controls.</a:t>
            </a:r>
          </a:p>
        </p:txBody>
      </p:sp>
      <p:cxnSp>
        <p:nvCxnSpPr>
          <p:cNvPr id="10" name="Connector"/>
          <p:cNvCxnSpPr/>
          <p:nvPr/>
        </p:nvCxnSpPr>
        <p:spPr>
          <a:xfrm rot="292229" flipH="1" flipV="1">
            <a:off x="621216" y="1835150"/>
            <a:ext cx="7330057" cy="12700"/>
          </a:xfrm>
          <a:prstGeom prst="straightConnector1">
            <a:avLst/>
          </a:prstGeom>
          <a:solidFill>
            <a:srgbClr val="DEE0E3"/>
          </a:solidFill>
          <a:ln w="25400" cap="flat" cmpd="sng">
            <a:solidFill>
              <a:srgbClr val="76B900"/>
            </a:solidFill>
            <a:round/>
            <a:tailEnd type="arrow" w="lg" len="lg"/>
          </a:ln>
        </p:spPr>
      </p:cxnSp>
      <p:sp>
        <p:nvSpPr>
          <p:cNvPr id="11" name="Auto Shape 10"/>
          <p:cNvSpPr>
            <a:spLocks noGrp="1"/>
          </p:cNvSpPr>
          <p:nvPr/>
        </p:nvSpPr>
        <p:spPr>
          <a:xfrm>
            <a:off x="8001000" y="2984500"/>
            <a:ext cx="3810000" cy="254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0D1326"/>
                </a:solidFill>
                <a:latin typeface="Noto Sans SC"/>
                <a:ea typeface="Noto Sans SC"/>
                <a:cs typeface="Noto Sans SC"/>
                <a:sym typeface="Noto Sans SC"/>
              </a:rPr>
              <a:t>3. Viewport (3D scene)</a:t>
            </a:r>
          </a:p>
        </p:txBody>
      </p:sp>
      <p:sp>
        <p:nvSpPr>
          <p:cNvPr id="12" name="Auto Shape 11"/>
          <p:cNvSpPr>
            <a:spLocks noGrp="1"/>
          </p:cNvSpPr>
          <p:nvPr/>
        </p:nvSpPr>
        <p:spPr>
          <a:xfrm>
            <a:off x="8001000" y="3238500"/>
            <a:ext cx="3810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16666"/>
              </a:lnSpc>
            </a:pPr>
            <a:r>
              <a:rPr lang="en-US" sz="1100" b="0" i="0" u="none" strike="noStrike" spc="0">
                <a:solidFill>
                  <a:srgbClr val="2B2F36"/>
                </a:solidFill>
                <a:latin typeface="Noto Sans SC"/>
                <a:ea typeface="Noto Sans SC"/>
                <a:cs typeface="Noto Sans SC"/>
                <a:sym typeface="Noto Sans SC"/>
              </a:rPr>
              <a:t>The 3D view. Left-drag orbit, right-drag pan, scroll wheel zoom. This is where your robot appears.</a:t>
            </a:r>
          </a:p>
        </p:txBody>
      </p:sp>
      <p:cxnSp>
        <p:nvCxnSpPr>
          <p:cNvPr id="13" name="Connector"/>
          <p:cNvCxnSpPr/>
          <p:nvPr/>
        </p:nvCxnSpPr>
        <p:spPr>
          <a:xfrm rot="-283146" flipH="1" flipV="1">
            <a:off x="3930700" y="3263901"/>
            <a:ext cx="4013079" cy="12700"/>
          </a:xfrm>
          <a:prstGeom prst="straightConnector1">
            <a:avLst/>
          </a:prstGeom>
          <a:solidFill>
            <a:srgbClr val="DEE0E3"/>
          </a:solidFill>
          <a:ln w="25400" cap="flat" cmpd="sng">
            <a:solidFill>
              <a:srgbClr val="76B900"/>
            </a:solidFill>
            <a:round/>
            <a:tailEnd type="arrow" w="lg" len="lg"/>
          </a:ln>
        </p:spPr>
      </p:cxnSp>
      <p:sp>
        <p:nvSpPr>
          <p:cNvPr id="14" name="Auto Shape 13"/>
          <p:cNvSpPr>
            <a:spLocks noGrp="1"/>
          </p:cNvSpPr>
          <p:nvPr/>
        </p:nvSpPr>
        <p:spPr>
          <a:xfrm>
            <a:off x="8001000" y="3937000"/>
            <a:ext cx="3810000" cy="254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0D1326"/>
                </a:solidFill>
                <a:latin typeface="Noto Sans SC"/>
                <a:ea typeface="Noto Sans SC"/>
                <a:cs typeface="Noto Sans SC"/>
                <a:sym typeface="Noto Sans SC"/>
              </a:rPr>
              <a:t>4. Stage (Outliner)</a:t>
            </a:r>
          </a:p>
        </p:txBody>
      </p:sp>
      <p:sp>
        <p:nvSpPr>
          <p:cNvPr id="15" name="Auto Shape 14"/>
          <p:cNvSpPr>
            <a:spLocks noGrp="1"/>
          </p:cNvSpPr>
          <p:nvPr/>
        </p:nvSpPr>
        <p:spPr>
          <a:xfrm>
            <a:off x="8001000" y="4191000"/>
            <a:ext cx="3810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16666"/>
              </a:lnSpc>
            </a:pPr>
            <a:r>
              <a:rPr lang="en-US" sz="1100" b="0" i="0" u="none" strike="noStrike" spc="0">
                <a:solidFill>
                  <a:srgbClr val="2B2F36"/>
                </a:solidFill>
                <a:latin typeface="Noto Sans SC"/>
                <a:ea typeface="Noto Sans SC"/>
                <a:cs typeface="Noto Sans SC"/>
                <a:sym typeface="Noto Sans SC"/>
              </a:rPr>
              <a:t>Hierarchy of every object in the scene. Click an item to select it and edit it below.</a:t>
            </a:r>
          </a:p>
        </p:txBody>
      </p:sp>
      <p:cxnSp>
        <p:nvCxnSpPr>
          <p:cNvPr id="16" name="Connector"/>
          <p:cNvCxnSpPr/>
          <p:nvPr/>
        </p:nvCxnSpPr>
        <p:spPr>
          <a:xfrm rot="3944799" flipH="1" flipV="1">
            <a:off x="6178689" y="2914635"/>
            <a:ext cx="2501610" cy="12700"/>
          </a:xfrm>
          <a:prstGeom prst="straightConnector1">
            <a:avLst/>
          </a:prstGeom>
          <a:solidFill>
            <a:srgbClr val="DEE0E3"/>
          </a:solidFill>
          <a:ln w="25400" cap="flat" cmpd="sng">
            <a:solidFill>
              <a:srgbClr val="76B900"/>
            </a:solidFill>
            <a:round/>
            <a:tailEnd type="arrow" w="lg" len="lg"/>
          </a:ln>
        </p:spPr>
      </p:cxnSp>
      <p:sp>
        <p:nvSpPr>
          <p:cNvPr id="17" name="Auto Shape 16"/>
          <p:cNvSpPr>
            <a:spLocks noGrp="1"/>
          </p:cNvSpPr>
          <p:nvPr/>
        </p:nvSpPr>
        <p:spPr>
          <a:xfrm>
            <a:off x="8001000" y="4889500"/>
            <a:ext cx="3810000" cy="254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0D1326"/>
                </a:solidFill>
                <a:latin typeface="Noto Sans SC"/>
                <a:ea typeface="Noto Sans SC"/>
                <a:cs typeface="Noto Sans SC"/>
                <a:sym typeface="Noto Sans SC"/>
              </a:rPr>
              <a:t>5. Property Panel</a:t>
            </a:r>
          </a:p>
        </p:txBody>
      </p:sp>
      <p:sp>
        <p:nvSpPr>
          <p:cNvPr id="18" name="Auto Shape 17"/>
          <p:cNvSpPr>
            <a:spLocks noGrp="1"/>
          </p:cNvSpPr>
          <p:nvPr/>
        </p:nvSpPr>
        <p:spPr>
          <a:xfrm>
            <a:off x="8001000" y="5143500"/>
            <a:ext cx="3810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16666"/>
              </a:lnSpc>
            </a:pPr>
            <a:r>
              <a:rPr lang="en-US" sz="1100" b="0" i="0" u="none" strike="noStrike" spc="0">
                <a:solidFill>
                  <a:srgbClr val="2B2F36"/>
                </a:solidFill>
                <a:latin typeface="Noto Sans SC"/>
                <a:ea typeface="Noto Sans SC"/>
                <a:cs typeface="Noto Sans SC"/>
                <a:sym typeface="Noto Sans SC"/>
              </a:rPr>
              <a:t>Edit selected object: Transform (position/rotation), RigidBody, Collision, physics materials.</a:t>
            </a:r>
          </a:p>
        </p:txBody>
      </p:sp>
      <p:cxnSp>
        <p:nvCxnSpPr>
          <p:cNvPr id="19" name="Connector"/>
          <p:cNvCxnSpPr/>
          <p:nvPr/>
        </p:nvCxnSpPr>
        <p:spPr>
          <a:xfrm rot="2035103" flipH="1" flipV="1">
            <a:off x="6813000" y="4660881"/>
            <a:ext cx="1232947" cy="12700"/>
          </a:xfrm>
          <a:prstGeom prst="straightConnector1">
            <a:avLst/>
          </a:prstGeom>
          <a:solidFill>
            <a:srgbClr val="DEE0E3"/>
          </a:solidFill>
          <a:ln w="25400" cap="flat" cmpd="sng">
            <a:solidFill>
              <a:srgbClr val="76B900"/>
            </a:solidFill>
            <a:round/>
            <a:tailEnd type="arrow" w="lg" len="lg"/>
          </a:ln>
        </p:spPr>
      </p:cxnSp>
      <p:sp>
        <p:nvSpPr>
          <p:cNvPr id="20" name="Auto Shape 19"/>
          <p:cNvSpPr>
            <a:spLocks noGrp="1"/>
          </p:cNvSpPr>
          <p:nvPr/>
        </p:nvSpPr>
        <p:spPr>
          <a:xfrm>
            <a:off x="508000" y="5842000"/>
            <a:ext cx="7112000" cy="444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100" b="1" i="0" u="none" strike="noStrike" spc="0">
                <a:solidFill>
                  <a:srgbClr val="0D1326"/>
                </a:solidFill>
                <a:latin typeface="Noto Sans SC"/>
                <a:ea typeface="Noto Sans SC"/>
                <a:cs typeface="Noto Sans SC"/>
                <a:sym typeface="Noto Sans SC"/>
              </a:rPr>
              <a:t>6. Content Browser — drag robots, props, USD assets into the scene. Bottom tabs switch to Console for logs.</a:t>
            </a:r>
          </a:p>
        </p:txBody>
      </p:sp>
      <p:cxnSp>
        <p:nvCxnSpPr>
          <p:cNvPr id="21" name="Connector"/>
          <p:cNvCxnSpPr/>
          <p:nvPr/>
        </p:nvCxnSpPr>
        <p:spPr>
          <a:xfrm rot="5057365" flipH="1" flipV="1">
            <a:off x="4000500" y="5746433"/>
            <a:ext cx="127000" cy="12700"/>
          </a:xfrm>
          <a:prstGeom prst="straightConnector1">
            <a:avLst/>
          </a:prstGeom>
          <a:solidFill>
            <a:srgbClr val="DEE0E3"/>
          </a:solidFill>
          <a:ln w="25400" cap="flat" cmpd="sng">
            <a:solidFill>
              <a:srgbClr val="76B900"/>
            </a:solidFill>
            <a:round/>
            <a:tailEnd type="arrow" w="lg" len="lg"/>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5080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STEP 0 · UI NAVIGATION</a:t>
            </a:r>
          </a:p>
        </p:txBody>
      </p:sp>
      <p:sp>
        <p:nvSpPr>
          <p:cNvPr id="3" name="Auto Shape 2"/>
          <p:cNvSpPr>
            <a:spLocks noGrp="1"/>
          </p:cNvSpPr>
          <p:nvPr/>
        </p:nvSpPr>
        <p:spPr>
          <a:xfrm>
            <a:off x="762000" y="863600"/>
            <a:ext cx="10668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600" b="1" i="0" u="none" strike="noStrike" spc="0">
                <a:solidFill>
                  <a:srgbClr val="0D1326"/>
                </a:solidFill>
                <a:latin typeface="Noto Sans SC"/>
                <a:ea typeface="Noto Sans SC"/>
                <a:cs typeface="Noto Sans SC"/>
                <a:sym typeface="Noto Sans SC"/>
              </a:rPr>
              <a:t>Mouse and viewport controls</a:t>
            </a:r>
          </a:p>
        </p:txBody>
      </p:sp>
      <p:cxnSp>
        <p:nvCxnSpPr>
          <p:cNvPr id="4" name="Connector"/>
          <p:cNvCxnSpPr/>
          <p:nvPr/>
        </p:nvCxnSpPr>
        <p:spPr>
          <a:xfrm rot="-4092">
            <a:off x="762004" y="1517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841500"/>
            <a:ext cx="5080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Camera navigation in the viewport</a:t>
            </a:r>
          </a:p>
        </p:txBody>
      </p:sp>
      <p:sp>
        <p:nvSpPr>
          <p:cNvPr id="6" name="Auto Shape 5"/>
          <p:cNvSpPr>
            <a:spLocks noGrp="1"/>
          </p:cNvSpPr>
          <p:nvPr/>
        </p:nvSpPr>
        <p:spPr>
          <a:xfrm>
            <a:off x="762000" y="2222500"/>
            <a:ext cx="5080000" cy="2540000"/>
          </a:xfrm>
          <a:prstGeom prst="rect">
            <a:avLst/>
          </a:prstGeom>
          <a:noFill/>
          <a:ln w="12700" cap="flat" cmpd="sng">
            <a:noFill/>
            <a:round/>
          </a:ln>
        </p:spPr>
        <p:txBody>
          <a:bodyPr vert="horz" wrap="square" lIns="0" tIns="0" rIns="0" bIns="0" rtlCol="0" anchor="ctr">
            <a:noAutofit/>
          </a:bodyPr>
          <a:lstStyle>
            <a:lvl1pPr algn="l"/>
          </a:lstStyle>
          <a:p>
            <a:pPr marL="165100" marR="0" indent="-165100" algn="l">
              <a:lnSpc>
                <a:spcPct val="150000"/>
              </a:lnSpc>
              <a:buClr>
                <a:srgbClr val="2B2F36"/>
              </a:buClr>
              <a:buFont typeface="Arial"/>
              <a:buChar char="•"/>
            </a:pPr>
            <a:r>
              <a:rPr lang="en-US" sz="1300" b="1" i="0" u="none" strike="noStrike" spc="0">
                <a:solidFill>
                  <a:srgbClr val="2B2F36"/>
                </a:solidFill>
                <a:latin typeface="Noto Sans SC"/>
                <a:ea typeface="Noto Sans SC"/>
                <a:cs typeface="Noto Sans SC"/>
                <a:sym typeface="Noto Sans SC"/>
              </a:rPr>
              <a:t>Left-click + drag</a:t>
            </a:r>
            <a:r>
              <a:rPr lang="en-US" sz="1300" b="0" i="0" u="none" strike="noStrike" spc="0">
                <a:solidFill>
                  <a:srgbClr val="2B2F36"/>
                </a:solidFill>
                <a:latin typeface="Noto Sans SC"/>
                <a:ea typeface="Noto Sans SC"/>
                <a:cs typeface="Noto Sans SC"/>
                <a:sym typeface="Noto Sans SC"/>
              </a:rPr>
              <a:t> — orbit around the selected point</a:t>
            </a:r>
          </a:p>
          <a:p>
            <a:pPr marL="165100" marR="0" indent="-165100" algn="l">
              <a:lnSpc>
                <a:spcPct val="150000"/>
              </a:lnSpc>
              <a:buClr>
                <a:srgbClr val="2B2F36"/>
              </a:buClr>
              <a:buFont typeface="Arial"/>
              <a:buChar char="•"/>
            </a:pPr>
            <a:r>
              <a:rPr lang="en-US" sz="1300" b="1" i="0" u="none" strike="noStrike" spc="0">
                <a:solidFill>
                  <a:srgbClr val="2B2F36"/>
                </a:solidFill>
                <a:latin typeface="Noto Sans SC"/>
                <a:ea typeface="Noto Sans SC"/>
                <a:cs typeface="Noto Sans SC"/>
                <a:sym typeface="Noto Sans SC"/>
              </a:rPr>
              <a:t>Right-click + drag</a:t>
            </a:r>
            <a:r>
              <a:rPr lang="en-US" sz="1300" b="0" i="0" u="none" strike="noStrike" spc="0">
                <a:solidFill>
                  <a:srgbClr val="2B2F36"/>
                </a:solidFill>
                <a:latin typeface="Noto Sans SC"/>
                <a:ea typeface="Noto Sans SC"/>
                <a:cs typeface="Noto Sans SC"/>
                <a:sym typeface="Noto Sans SC"/>
              </a:rPr>
              <a:t> — pan the camera</a:t>
            </a:r>
          </a:p>
          <a:p>
            <a:pPr marL="165100" marR="0" indent="-165100" algn="l">
              <a:lnSpc>
                <a:spcPct val="150000"/>
              </a:lnSpc>
              <a:buClr>
                <a:srgbClr val="2B2F36"/>
              </a:buClr>
              <a:buFont typeface="Arial"/>
              <a:buChar char="•"/>
            </a:pPr>
            <a:r>
              <a:rPr lang="en-US" sz="1300" b="1" i="0" u="none" strike="noStrike" spc="0">
                <a:solidFill>
                  <a:srgbClr val="2B2F36"/>
                </a:solidFill>
                <a:latin typeface="Noto Sans SC"/>
                <a:ea typeface="Noto Sans SC"/>
                <a:cs typeface="Noto Sans SC"/>
                <a:sym typeface="Noto Sans SC"/>
              </a:rPr>
              <a:t>Mouse wheel</a:t>
            </a:r>
            <a:r>
              <a:rPr lang="en-US" sz="1300" b="0" i="0" u="none" strike="noStrike" spc="0">
                <a:solidFill>
                  <a:srgbClr val="2B2F36"/>
                </a:solidFill>
                <a:latin typeface="Noto Sans SC"/>
                <a:ea typeface="Noto Sans SC"/>
                <a:cs typeface="Noto Sans SC"/>
                <a:sym typeface="Noto Sans SC"/>
              </a:rPr>
              <a:t> — zoom in / out</a:t>
            </a:r>
          </a:p>
          <a:p>
            <a:pPr marL="165100" marR="0" indent="-165100" algn="l">
              <a:lnSpc>
                <a:spcPct val="150000"/>
              </a:lnSpc>
              <a:buClr>
                <a:srgbClr val="2B2F36"/>
              </a:buClr>
              <a:buFont typeface="Arial"/>
              <a:buChar char="•"/>
            </a:pPr>
            <a:r>
              <a:rPr lang="en-US" sz="1300" b="1" i="0" u="none" strike="noStrike" spc="0">
                <a:solidFill>
                  <a:srgbClr val="2B2F36"/>
                </a:solidFill>
                <a:latin typeface="Noto Sans SC"/>
                <a:ea typeface="Noto Sans SC"/>
                <a:cs typeface="Noto Sans SC"/>
                <a:sym typeface="Noto Sans SC"/>
              </a:rPr>
              <a:t>Ctrl + left-click</a:t>
            </a:r>
            <a:r>
              <a:rPr lang="en-US" sz="1300" b="0" i="0" u="none" strike="noStrike" spc="0">
                <a:solidFill>
                  <a:srgbClr val="2B2F36"/>
                </a:solidFill>
                <a:latin typeface="Noto Sans SC"/>
                <a:ea typeface="Noto Sans SC"/>
                <a:cs typeface="Noto Sans SC"/>
                <a:sym typeface="Noto Sans SC"/>
              </a:rPr>
              <a:t> — select an object</a:t>
            </a:r>
          </a:p>
          <a:p>
            <a:pPr marL="165100" marR="0" indent="-165100" algn="l">
              <a:lnSpc>
                <a:spcPct val="150000"/>
              </a:lnSpc>
              <a:buClr>
                <a:srgbClr val="2B2F36"/>
              </a:buClr>
              <a:buFont typeface="Arial"/>
              <a:buChar char="•"/>
            </a:pPr>
            <a:r>
              <a:rPr lang="en-US" sz="1300" b="1" i="0" u="none" strike="noStrike" spc="0">
                <a:solidFill>
                  <a:srgbClr val="2B2F36"/>
                </a:solidFill>
                <a:latin typeface="Noto Sans SC"/>
                <a:ea typeface="Noto Sans SC"/>
                <a:cs typeface="Noto Sans SC"/>
                <a:sym typeface="Noto Sans SC"/>
              </a:rPr>
              <a:t>F key</a:t>
            </a:r>
            <a:r>
              <a:rPr lang="en-US" sz="1300" b="0" i="0" u="none" strike="noStrike" spc="0">
                <a:solidFill>
                  <a:srgbClr val="2B2F36"/>
                </a:solidFill>
                <a:latin typeface="Noto Sans SC"/>
                <a:ea typeface="Noto Sans SC"/>
                <a:cs typeface="Noto Sans SC"/>
                <a:sym typeface="Noto Sans SC"/>
              </a:rPr>
              <a:t> — focus camera on selected object</a:t>
            </a:r>
          </a:p>
        </p:txBody>
      </p:sp>
      <p:sp>
        <p:nvSpPr>
          <p:cNvPr id="7" name="Auto Shape 6"/>
          <p:cNvSpPr>
            <a:spLocks noGrp="1"/>
          </p:cNvSpPr>
          <p:nvPr/>
        </p:nvSpPr>
        <p:spPr>
          <a:xfrm>
            <a:off x="6350000" y="1841500"/>
            <a:ext cx="5080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Key panels you will use</a:t>
            </a:r>
          </a:p>
        </p:txBody>
      </p:sp>
      <p:sp>
        <p:nvSpPr>
          <p:cNvPr id="8" name="Auto Shape 7"/>
          <p:cNvSpPr>
            <a:spLocks noGrp="1"/>
          </p:cNvSpPr>
          <p:nvPr/>
        </p:nvSpPr>
        <p:spPr>
          <a:xfrm>
            <a:off x="6350000" y="2222500"/>
            <a:ext cx="5080000" cy="2540000"/>
          </a:xfrm>
          <a:prstGeom prst="rect">
            <a:avLst/>
          </a:prstGeom>
          <a:noFill/>
          <a:ln w="12700" cap="flat" cmpd="sng">
            <a:noFill/>
            <a:round/>
          </a:ln>
        </p:spPr>
        <p:txBody>
          <a:bodyPr vert="horz" wrap="square" lIns="0" tIns="0" rIns="0" bIns="0" rtlCol="0" anchor="ctr">
            <a:noAutofit/>
          </a:bodyPr>
          <a:lstStyle>
            <a:lvl1pPr algn="l"/>
          </a:lstStyle>
          <a:p>
            <a:pPr marL="165100" marR="0" indent="-165100" algn="l">
              <a:lnSpc>
                <a:spcPct val="150000"/>
              </a:lnSpc>
              <a:buClr>
                <a:srgbClr val="2B2F36"/>
              </a:buClr>
              <a:buFont typeface="Arial"/>
              <a:buChar char="•"/>
            </a:pPr>
            <a:r>
              <a:rPr lang="en-US" sz="1300" b="1" i="0" u="none" strike="noStrike" spc="0">
                <a:solidFill>
                  <a:srgbClr val="2B2F36"/>
                </a:solidFill>
                <a:latin typeface="Noto Sans SC"/>
                <a:ea typeface="Noto Sans SC"/>
                <a:cs typeface="Noto Sans SC"/>
                <a:sym typeface="Noto Sans SC"/>
              </a:rPr>
              <a:t>Stage</a:t>
            </a:r>
            <a:r>
              <a:rPr lang="en-US" sz="1300" b="0" i="0" u="none" strike="noStrike" spc="0">
                <a:solidFill>
                  <a:srgbClr val="2B2F36"/>
                </a:solidFill>
                <a:latin typeface="Noto Sans SC"/>
                <a:ea typeface="Noto Sans SC"/>
                <a:cs typeface="Noto Sans SC"/>
                <a:sym typeface="Noto Sans SC"/>
              </a:rPr>
              <a:t> (left) — every object in the scene, as a tree</a:t>
            </a:r>
          </a:p>
          <a:p>
            <a:pPr marL="165100" marR="0" indent="-165100" algn="l">
              <a:lnSpc>
                <a:spcPct val="150000"/>
              </a:lnSpc>
              <a:buClr>
                <a:srgbClr val="2B2F36"/>
              </a:buClr>
              <a:buFont typeface="Arial"/>
              <a:buChar char="•"/>
            </a:pPr>
            <a:r>
              <a:rPr lang="en-US" sz="1300" b="1" i="0" u="none" strike="noStrike" spc="0">
                <a:solidFill>
                  <a:srgbClr val="2B2F36"/>
                </a:solidFill>
                <a:latin typeface="Noto Sans SC"/>
                <a:ea typeface="Noto Sans SC"/>
                <a:cs typeface="Noto Sans SC"/>
                <a:sym typeface="Noto Sans SC"/>
              </a:rPr>
              <a:t>Property</a:t>
            </a:r>
            <a:r>
              <a:rPr lang="en-US" sz="1300" b="0" i="0" u="none" strike="noStrike" spc="0">
                <a:solidFill>
                  <a:srgbClr val="2B2F36"/>
                </a:solidFill>
                <a:latin typeface="Noto Sans SC"/>
                <a:ea typeface="Noto Sans SC"/>
                <a:cs typeface="Noto Sans SC"/>
                <a:sym typeface="Noto Sans SC"/>
              </a:rPr>
              <a:t> (right) — edit position, physics, joints</a:t>
            </a:r>
          </a:p>
          <a:p>
            <a:pPr marL="165100" marR="0" indent="-165100" algn="l">
              <a:lnSpc>
                <a:spcPct val="150000"/>
              </a:lnSpc>
              <a:buClr>
                <a:srgbClr val="2B2F36"/>
              </a:buClr>
              <a:buFont typeface="Arial"/>
              <a:buChar char="•"/>
            </a:pPr>
            <a:r>
              <a:rPr lang="en-US" sz="1300" b="1" i="0" u="none" strike="noStrike" spc="0">
                <a:solidFill>
                  <a:srgbClr val="2B2F36"/>
                </a:solidFill>
                <a:latin typeface="Noto Sans SC"/>
                <a:ea typeface="Noto Sans SC"/>
                <a:cs typeface="Noto Sans SC"/>
                <a:sym typeface="Noto Sans SC"/>
              </a:rPr>
              <a:t>Create</a:t>
            </a:r>
            <a:r>
              <a:rPr lang="en-US" sz="1300" b="0" i="0" u="none" strike="noStrike" spc="0">
                <a:solidFill>
                  <a:srgbClr val="2B2F36"/>
                </a:solidFill>
                <a:latin typeface="Noto Sans SC"/>
                <a:ea typeface="Noto Sans SC"/>
                <a:cs typeface="Noto Sans SC"/>
                <a:sym typeface="Noto Sans SC"/>
              </a:rPr>
              <a:t> menu (top) — add cubes, lights, physics</a:t>
            </a:r>
          </a:p>
          <a:p>
            <a:pPr marL="165100" marR="0" indent="-165100" algn="l">
              <a:lnSpc>
                <a:spcPct val="150000"/>
              </a:lnSpc>
              <a:buClr>
                <a:srgbClr val="2B2F36"/>
              </a:buClr>
              <a:buFont typeface="Arial"/>
              <a:buChar char="•"/>
            </a:pPr>
            <a:r>
              <a:rPr lang="en-US" sz="1300" b="1" i="0" u="none" strike="noStrike" spc="0">
                <a:solidFill>
                  <a:srgbClr val="2B2F36"/>
                </a:solidFill>
                <a:latin typeface="Noto Sans SC"/>
                <a:ea typeface="Noto Sans SC"/>
                <a:cs typeface="Noto Sans SC"/>
                <a:sym typeface="Noto Sans SC"/>
              </a:rPr>
              <a:t>Play / Pause</a:t>
            </a:r>
            <a:r>
              <a:rPr lang="en-US" sz="1300" b="0" i="0" u="none" strike="noStrike" spc="0">
                <a:solidFill>
                  <a:srgbClr val="2B2F36"/>
                </a:solidFill>
                <a:latin typeface="Noto Sans SC"/>
                <a:ea typeface="Noto Sans SC"/>
                <a:cs typeface="Noto Sans SC"/>
                <a:sym typeface="Noto Sans SC"/>
              </a:rPr>
              <a:t> (bottom) — start/stop physics simulation</a:t>
            </a:r>
          </a:p>
        </p:txBody>
      </p:sp>
      <p:sp>
        <p:nvSpPr>
          <p:cNvPr id="9" name="Auto Shape 8"/>
          <p:cNvSpPr>
            <a:spLocks noGrp="1"/>
          </p:cNvSpPr>
          <p:nvPr/>
        </p:nvSpPr>
        <p:spPr>
          <a:xfrm>
            <a:off x="762000" y="5080000"/>
            <a:ext cx="10668000" cy="889000"/>
          </a:xfrm>
          <a:prstGeom prst="roundRect">
            <a:avLst>
              <a:gd name="adj" fmla="val 0"/>
            </a:avLst>
          </a:prstGeom>
          <a:solidFill>
            <a:srgbClr val="DCF0FF"/>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10" name="Auto Shape 9"/>
          <p:cNvSpPr>
            <a:spLocks noGrp="1"/>
          </p:cNvSpPr>
          <p:nvPr/>
        </p:nvSpPr>
        <p:spPr>
          <a:xfrm>
            <a:off x="1016000" y="5232400"/>
            <a:ext cx="10160000" cy="635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143C78"/>
                </a:solidFill>
                <a:latin typeface="Noto Sans SC"/>
                <a:ea typeface="Noto Sans SC"/>
                <a:cs typeface="Noto Sans SC"/>
                <a:sym typeface="Noto Sans SC"/>
              </a:rPr>
              <a:t>Try it now:</a:t>
            </a:r>
            <a:r>
              <a:rPr lang="en-US" sz="1300" b="0" i="0" u="none" strike="noStrike" spc="0">
                <a:solidFill>
                  <a:srgbClr val="143C78"/>
                </a:solidFill>
                <a:latin typeface="Noto Sans SC"/>
                <a:ea typeface="Noto Sans SC"/>
                <a:cs typeface="Noto Sans SC"/>
                <a:sym typeface="Noto Sans SC"/>
              </a:rPr>
              <a:t> Press </a:t>
            </a:r>
            <a:r>
              <a:rPr lang="en-US" sz="1300" b="1" i="0" u="none" strike="noStrike" spc="0">
                <a:solidFill>
                  <a:srgbClr val="143C78"/>
                </a:solidFill>
                <a:latin typeface="Noto Sans SC"/>
                <a:ea typeface="Noto Sans SC"/>
                <a:cs typeface="Noto Sans SC"/>
                <a:sym typeface="Noto Sans SC"/>
              </a:rPr>
              <a:t>Create &gt; Light &gt; Distant Light</a:t>
            </a:r>
            <a:r>
              <a:rPr lang="en-US" sz="1300" b="0" i="0" u="none" strike="noStrike" spc="0">
                <a:solidFill>
                  <a:srgbClr val="143C78"/>
                </a:solidFill>
                <a:latin typeface="Noto Sans SC"/>
                <a:ea typeface="Noto Sans SC"/>
                <a:cs typeface="Noto Sans SC"/>
                <a:sym typeface="Noto Sans SC"/>
              </a:rPr>
              <a:t> to add lighting. Then press </a:t>
            </a:r>
            <a:r>
              <a:rPr lang="en-US" sz="1300" b="1" i="0" u="none" strike="noStrike" spc="0">
                <a:solidFill>
                  <a:srgbClr val="143C78"/>
                </a:solidFill>
                <a:latin typeface="Noto Sans SC"/>
                <a:ea typeface="Noto Sans SC"/>
                <a:cs typeface="Noto Sans SC"/>
                <a:sym typeface="Noto Sans SC"/>
              </a:rPr>
              <a:t>F</a:t>
            </a:r>
            <a:r>
              <a:rPr lang="en-US" sz="1300" b="0" i="0" u="none" strike="noStrike" spc="0">
                <a:solidFill>
                  <a:srgbClr val="143C78"/>
                </a:solidFill>
                <a:latin typeface="Noto Sans SC"/>
                <a:ea typeface="Noto Sans SC"/>
                <a:cs typeface="Noto Sans SC"/>
                <a:sym typeface="Noto Sans SC"/>
              </a:rPr>
              <a:t> to focus. You should see a lit default stage.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326"/>
            </a:gs>
            <a:gs pos="100000">
              <a:srgbClr val="1E3250"/>
            </a:gs>
          </a:gsLst>
          <a:lin ang="2700000" scaled="0"/>
        </a:gradFill>
        <a:effectLst/>
      </p:bgPr>
    </p:bg>
    <p:spTree>
      <p:nvGrpSpPr>
        <p:cNvPr id="1" name=""/>
        <p:cNvGrpSpPr/>
        <p:nvPr/>
      </p:nvGrpSpPr>
      <p:grpSpPr>
        <a:xfrm>
          <a:off x="0" y="0"/>
          <a:ext cx="0" cy="0"/>
          <a:chOff x="0" y="0"/>
          <a:chExt cx="0" cy="0"/>
        </a:xfrm>
      </p:grpSpPr>
      <p:sp>
        <p:nvSpPr>
          <p:cNvPr id="2" name="Auto Shape 1"/>
          <p:cNvSpPr>
            <a:spLocks noGrp="1"/>
          </p:cNvSpPr>
          <p:nvPr/>
        </p:nvSpPr>
        <p:spPr>
          <a:xfrm>
            <a:off x="0" y="0"/>
            <a:ext cx="152400" cy="6858000"/>
          </a:xfrm>
          <a:prstGeom prst="roundRect">
            <a:avLst>
              <a:gd name="adj" fmla="val 0"/>
            </a:avLst>
          </a:prstGeom>
          <a:solidFill>
            <a:srgbClr val="76B900"/>
          </a:solidFill>
          <a:ln w="12700" cap="flat" cmpd="sng">
            <a:noFill/>
            <a:round/>
          </a:ln>
        </p:spPr>
        <p:txBody>
          <a:bodyPr vert="horz" wrap="square" lIns="0" tIns="0" rIns="0" bIns="0" rtlCol="0" anchor="ctr">
            <a:noAutofit/>
          </a:bodyPr>
          <a:lstStyle>
            <a:lvl1pPr algn="ctr"/>
          </a:lstStyle>
          <a:p>
            <a:pPr marR="0" algn="ctr">
              <a:lnSpc>
                <a:spcPct val="100000"/>
              </a:lnSpc>
            </a:pPr>
            <a:r>
              <a:rPr lang="en-US" sz="1400" b="0" i="0" u="none" strike="noStrike" spc="0">
                <a:solidFill>
                  <a:srgbClr val="000000"/>
                </a:solidFill>
                <a:latin typeface="Arial"/>
                <a:ea typeface="Arial"/>
                <a:cs typeface="Arial"/>
                <a:sym typeface="Arial"/>
              </a:rPr>
              <a:t> </a:t>
            </a:r>
          </a:p>
        </p:txBody>
      </p:sp>
      <p:sp>
        <p:nvSpPr>
          <p:cNvPr id="3" name="Auto Shape 2"/>
          <p:cNvSpPr>
            <a:spLocks noGrp="1"/>
          </p:cNvSpPr>
          <p:nvPr/>
        </p:nvSpPr>
        <p:spPr>
          <a:xfrm>
            <a:off x="1016000" y="2286000"/>
            <a:ext cx="10160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76B900"/>
                </a:solidFill>
                <a:latin typeface="Noto Sans SC"/>
                <a:ea typeface="Noto Sans SC"/>
                <a:cs typeface="Noto Sans SC"/>
                <a:sym typeface="Noto Sans SC"/>
              </a:rPr>
              <a:t>MODULE 1 · BUILDING YOUR FIRST ROBOT</a:t>
            </a:r>
          </a:p>
        </p:txBody>
      </p:sp>
      <p:sp>
        <p:nvSpPr>
          <p:cNvPr id="4" name="Auto Shape 3"/>
          <p:cNvSpPr>
            <a:spLocks noGrp="1"/>
          </p:cNvSpPr>
          <p:nvPr/>
        </p:nvSpPr>
        <p:spPr>
          <a:xfrm>
            <a:off x="1016000" y="2921000"/>
            <a:ext cx="10160000" cy="1270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08333"/>
              </a:lnSpc>
            </a:pPr>
            <a:r>
              <a:rPr lang="en-US" sz="3600" b="1" i="0" u="none" strike="noStrike" spc="0">
                <a:solidFill>
                  <a:srgbClr val="FFFFFF"/>
                </a:solidFill>
                <a:latin typeface="Noto Sans SC"/>
                <a:ea typeface="Noto Sans SC"/>
                <a:cs typeface="Noto Sans SC"/>
                <a:sym typeface="Noto Sans SC"/>
              </a:rPr>
              <a:t>From a cube to a</a:t>
            </a:r>
          </a:p>
          <a:p>
            <a:pPr marL="0" marR="0" algn="l">
              <a:lnSpc>
                <a:spcPct val="108333"/>
              </a:lnSpc>
            </a:pPr>
            <a:r>
              <a:rPr lang="en-US" sz="3600" b="1" i="0" u="none" strike="noStrike" spc="0">
                <a:solidFill>
                  <a:srgbClr val="FFFFFF"/>
                </a:solidFill>
                <a:latin typeface="Noto Sans SC"/>
                <a:ea typeface="Noto Sans SC"/>
                <a:cs typeface="Noto Sans SC"/>
                <a:sym typeface="Noto Sans SC"/>
              </a:rPr>
              <a:t>drivable robot</a:t>
            </a:r>
          </a:p>
        </p:txBody>
      </p:sp>
      <p:sp>
        <p:nvSpPr>
          <p:cNvPr id="5" name="Auto Shape 4"/>
          <p:cNvSpPr>
            <a:spLocks noGrp="1"/>
          </p:cNvSpPr>
          <p:nvPr/>
        </p:nvSpPr>
        <p:spPr>
          <a:xfrm>
            <a:off x="1016000" y="4826000"/>
            <a:ext cx="8890000" cy="762000"/>
          </a:xfrm>
          <a:prstGeom prst="roundRect">
            <a:avLst>
              <a:gd name="adj" fmla="val 0"/>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500" b="0" i="0" u="none" strike="noStrike" spc="0">
                <a:solidFill>
                  <a:srgbClr val="B4BEC8"/>
                </a:solidFill>
                <a:latin typeface="Noto Sans SC"/>
                <a:ea typeface="Noto Sans SC"/>
                <a:cs typeface="Noto Sans SC"/>
                <a:sym typeface="Noto Sans SC"/>
              </a:rPr>
              <a:t>We will create a rear-wheel-drive differential robot from scratch:</a:t>
            </a:r>
          </a:p>
          <a:p>
            <a:pPr marL="0" marR="0" algn="l">
              <a:lnSpc>
                <a:spcPct val="133333"/>
              </a:lnSpc>
            </a:pPr>
            <a:r>
              <a:rPr lang="en-US" sz="1500" b="0" i="0" u="none" strike="noStrike" spc="0">
                <a:solidFill>
                  <a:srgbClr val="B4BEC8"/>
                </a:solidFill>
                <a:latin typeface="Noto Sans SC"/>
                <a:ea typeface="Noto Sans SC"/>
                <a:cs typeface="Noto Sans SC"/>
                <a:sym typeface="Noto Sans SC"/>
              </a:rPr>
              <a:t>a chassis cube, four wheels, four revolute joints, physics, and WASD keyboard control.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381000"/>
            <a:ext cx="10668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MODULE 1 · STEP 1</a:t>
            </a:r>
          </a:p>
        </p:txBody>
      </p:sp>
      <p:sp>
        <p:nvSpPr>
          <p:cNvPr id="3" name="Auto Shape 2"/>
          <p:cNvSpPr>
            <a:spLocks noGrp="1"/>
          </p:cNvSpPr>
          <p:nvPr/>
        </p:nvSpPr>
        <p:spPr>
          <a:xfrm>
            <a:off x="762000" y="698500"/>
            <a:ext cx="10668000" cy="406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200" b="1" i="0" u="none" strike="noStrike" spc="0">
                <a:solidFill>
                  <a:srgbClr val="0D1326"/>
                </a:solidFill>
                <a:latin typeface="Noto Sans SC"/>
                <a:ea typeface="Noto Sans SC"/>
                <a:cs typeface="Noto Sans SC"/>
                <a:sym typeface="Noto Sans SC"/>
              </a:rPr>
              <a:t>Create the chassis: cube + parent Xform</a:t>
            </a:r>
          </a:p>
        </p:txBody>
      </p:sp>
      <p:cxnSp>
        <p:nvCxnSpPr>
          <p:cNvPr id="4" name="Connector"/>
          <p:cNvCxnSpPr/>
          <p:nvPr/>
        </p:nvCxnSpPr>
        <p:spPr>
          <a:xfrm rot="-4092">
            <a:off x="762004" y="1263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460500"/>
            <a:ext cx="5334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0D1326"/>
                </a:solidFill>
                <a:latin typeface="Noto Sans SC"/>
                <a:ea typeface="Noto Sans SC"/>
                <a:cs typeface="Noto Sans SC"/>
                <a:sym typeface="Noto Sans SC"/>
              </a:rPr>
              <a:t>Step A: Create the cube chassis</a:t>
            </a:r>
          </a:p>
        </p:txBody>
      </p:sp>
      <p:sp>
        <p:nvSpPr>
          <p:cNvPr id="6" name="Auto Shape 5"/>
          <p:cNvSpPr>
            <a:spLocks noGrp="1"/>
          </p:cNvSpPr>
          <p:nvPr/>
        </p:nvSpPr>
        <p:spPr>
          <a:xfrm>
            <a:off x="762000" y="1803400"/>
            <a:ext cx="5334000" cy="1397000"/>
          </a:xfrm>
          <a:prstGeom prst="rect">
            <a:avLst/>
          </a:prstGeom>
          <a:noFill/>
          <a:ln w="12700" cap="flat" cmpd="sng">
            <a:noFill/>
            <a:round/>
          </a:ln>
        </p:spPr>
        <p:txBody>
          <a:bodyPr vert="horz" wrap="square" lIns="0" tIns="0" rIns="0" bIns="0" rtlCol="0" anchor="ctr">
            <a:noAutofit/>
          </a:bodyPr>
          <a:lstStyle>
            <a:lvl1pPr algn="l"/>
          </a:lstStyle>
          <a:p>
            <a:pPr marL="152400" marR="0" indent="-152400" algn="l">
              <a:lnSpc>
                <a:spcPct val="133333"/>
              </a:lnSpc>
              <a:buClr>
                <a:srgbClr val="2B2F36"/>
              </a:buClr>
              <a:buFont typeface="+mj-lt"/>
              <a:buAutoNum type="arabicPeriod"/>
            </a:pPr>
            <a:r>
              <a:rPr lang="en-US" sz="1200" b="1" i="0" u="none" strike="noStrike" spc="0">
                <a:solidFill>
                  <a:srgbClr val="2B2F36"/>
                </a:solidFill>
                <a:latin typeface="Noto Sans SC"/>
                <a:ea typeface="Noto Sans SC"/>
                <a:cs typeface="Noto Sans SC"/>
                <a:sym typeface="Noto Sans SC"/>
              </a:rPr>
              <a:t>Create &gt; Mesh &gt; Cube</a:t>
            </a:r>
            <a:r>
              <a:rPr lang="en-US" sz="1200" b="0" i="0" u="none" strike="noStrike" spc="0">
                <a:solidFill>
                  <a:srgbClr val="2B2F36"/>
                </a:solidFill>
                <a:latin typeface="Noto Sans SC"/>
                <a:ea typeface="Noto Sans SC"/>
                <a:cs typeface="Noto Sans SC"/>
                <a:sym typeface="Noto Sans SC"/>
              </a:rPr>
              <a:t> — appears at origin (0,0,0)</a:t>
            </a:r>
          </a:p>
          <a:p>
            <a:pPr marL="1524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In Property &gt; Transform, set </a:t>
            </a:r>
            <a:r>
              <a:rPr lang="en-US" sz="1200" b="1" i="0" u="none" strike="noStrike" spc="0">
                <a:solidFill>
                  <a:srgbClr val="2B2F36"/>
                </a:solidFill>
                <a:latin typeface="Noto Sans SC"/>
                <a:ea typeface="Noto Sans SC"/>
                <a:cs typeface="Noto Sans SC"/>
                <a:sym typeface="Noto Sans SC"/>
              </a:rPr>
              <a:t>Scale = (2, 1, 0.5)</a:t>
            </a:r>
          </a:p>
          <a:p>
            <a:pPr marL="1524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Keep Translation at </a:t>
            </a:r>
            <a:r>
              <a:rPr lang="en-US" sz="1200" b="1" i="0" u="none" strike="noStrike" spc="0">
                <a:solidFill>
                  <a:srgbClr val="2B2F36"/>
                </a:solidFill>
                <a:latin typeface="Noto Sans SC"/>
                <a:ea typeface="Noto Sans SC"/>
                <a:cs typeface="Noto Sans SC"/>
                <a:sym typeface="Noto Sans SC"/>
              </a:rPr>
              <a:t>(0, 0, 0)</a:t>
            </a:r>
            <a:r>
              <a:rPr lang="en-US" sz="1200" b="0" i="0" u="none" strike="noStrike" spc="0">
                <a:solidFill>
                  <a:srgbClr val="2B2F36"/>
                </a:solidFill>
                <a:latin typeface="Noto Sans SC"/>
                <a:ea typeface="Noto Sans SC"/>
                <a:cs typeface="Noto Sans SC"/>
                <a:sym typeface="Noto Sans SC"/>
              </a:rPr>
              <a:t> — do NOT lift it high</a:t>
            </a:r>
          </a:p>
          <a:p>
            <a:pPr marL="1524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Press </a:t>
            </a:r>
            <a:r>
              <a:rPr lang="en-US" sz="1200" b="1" i="0" u="none" strike="noStrike" spc="0">
                <a:solidFill>
                  <a:srgbClr val="2B2F36"/>
                </a:solidFill>
                <a:latin typeface="Noto Sans SC"/>
                <a:ea typeface="Noto Sans SC"/>
                <a:cs typeface="Noto Sans SC"/>
                <a:sym typeface="Noto Sans SC"/>
              </a:rPr>
              <a:t>F</a:t>
            </a:r>
            <a:r>
              <a:rPr lang="en-US" sz="1200" b="0" i="0" u="none" strike="noStrike" spc="0">
                <a:solidFill>
                  <a:srgbClr val="2B2F36"/>
                </a:solidFill>
                <a:latin typeface="Noto Sans SC"/>
                <a:ea typeface="Noto Sans SC"/>
                <a:cs typeface="Noto Sans SC"/>
                <a:sym typeface="Noto Sans SC"/>
              </a:rPr>
              <a:t> to frame the view</a:t>
            </a:r>
          </a:p>
        </p:txBody>
      </p:sp>
      <p:sp>
        <p:nvSpPr>
          <p:cNvPr id="7" name="Auto Shape 6"/>
          <p:cNvSpPr>
            <a:spLocks noGrp="1"/>
          </p:cNvSpPr>
          <p:nvPr/>
        </p:nvSpPr>
        <p:spPr>
          <a:xfrm>
            <a:off x="6477000" y="1460500"/>
            <a:ext cx="4953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0D1326"/>
                </a:solidFill>
                <a:latin typeface="Noto Sans SC"/>
                <a:ea typeface="Noto Sans SC"/>
                <a:cs typeface="Noto Sans SC"/>
                <a:sym typeface="Noto Sans SC"/>
              </a:rPr>
              <a:t>Step B: Create parent Xform container</a:t>
            </a:r>
          </a:p>
        </p:txBody>
      </p:sp>
      <p:sp>
        <p:nvSpPr>
          <p:cNvPr id="8" name="Auto Shape 7"/>
          <p:cNvSpPr>
            <a:spLocks noGrp="1"/>
          </p:cNvSpPr>
          <p:nvPr/>
        </p:nvSpPr>
        <p:spPr>
          <a:xfrm>
            <a:off x="6477000" y="1803400"/>
            <a:ext cx="4953000" cy="1397000"/>
          </a:xfrm>
          <a:prstGeom prst="rect">
            <a:avLst/>
          </a:prstGeom>
          <a:noFill/>
          <a:ln w="12700" cap="flat" cmpd="sng">
            <a:noFill/>
            <a:round/>
          </a:ln>
        </p:spPr>
        <p:txBody>
          <a:bodyPr vert="horz" wrap="square" lIns="0" tIns="0" rIns="0" bIns="0" rtlCol="0" anchor="ctr">
            <a:noAutofit/>
          </a:bodyPr>
          <a:lstStyle>
            <a:lvl1pPr algn="l"/>
          </a:lstStyle>
          <a:p>
            <a:pPr marL="1524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Right-click in Stage &gt; </a:t>
            </a:r>
            <a:r>
              <a:rPr lang="en-US" sz="1200" b="1" i="0" u="none" strike="noStrike" spc="0">
                <a:solidFill>
                  <a:srgbClr val="2B2F36"/>
                </a:solidFill>
                <a:latin typeface="Noto Sans SC"/>
                <a:ea typeface="Noto Sans SC"/>
                <a:cs typeface="Noto Sans SC"/>
                <a:sym typeface="Noto Sans SC"/>
              </a:rPr>
              <a:t>Create &gt; Xform</a:t>
            </a:r>
          </a:p>
          <a:p>
            <a:pPr marL="1524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Rename it to </a:t>
            </a:r>
            <a:r>
              <a:rPr lang="en-US" sz="1200" b="1" i="0" u="none" strike="noStrike" spc="0">
                <a:solidFill>
                  <a:srgbClr val="2B2F36"/>
                </a:solidFill>
                <a:latin typeface="Noto Sans SC"/>
                <a:ea typeface="Noto Sans SC"/>
                <a:cs typeface="Noto Sans SC"/>
                <a:sym typeface="Noto Sans SC"/>
              </a:rPr>
              <a:t>SimpleRobot</a:t>
            </a:r>
          </a:p>
          <a:p>
            <a:pPr marL="1524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Drag the </a:t>
            </a:r>
            <a:r>
              <a:rPr lang="en-US" sz="1200" b="1" i="0" u="none" strike="noStrike" spc="0">
                <a:solidFill>
                  <a:srgbClr val="2B2F36"/>
                </a:solidFill>
                <a:latin typeface="Noto Sans SC"/>
                <a:ea typeface="Noto Sans SC"/>
                <a:cs typeface="Noto Sans SC"/>
                <a:sym typeface="Noto Sans SC"/>
              </a:rPr>
              <a:t>Cube</a:t>
            </a:r>
            <a:r>
              <a:rPr lang="en-US" sz="1200" b="0" i="0" u="none" strike="noStrike" spc="0">
                <a:solidFill>
                  <a:srgbClr val="2B2F36"/>
                </a:solidFill>
                <a:latin typeface="Noto Sans SC"/>
                <a:ea typeface="Noto Sans SC"/>
                <a:cs typeface="Noto Sans SC"/>
                <a:sym typeface="Noto Sans SC"/>
              </a:rPr>
              <a:t> onto </a:t>
            </a:r>
            <a:r>
              <a:rPr lang="en-US" sz="1200" b="1" i="0" u="none" strike="noStrike" spc="0">
                <a:solidFill>
                  <a:srgbClr val="2B2F36"/>
                </a:solidFill>
                <a:latin typeface="Noto Sans SC"/>
                <a:ea typeface="Noto Sans SC"/>
                <a:cs typeface="Noto Sans SC"/>
                <a:sym typeface="Noto Sans SC"/>
              </a:rPr>
              <a:t>SimpleRobot</a:t>
            </a:r>
            <a:r>
              <a:rPr lang="en-US" sz="1200" b="0" i="0" u="none" strike="noStrike" spc="0">
                <a:solidFill>
                  <a:srgbClr val="2B2F36"/>
                </a:solidFill>
                <a:latin typeface="Noto Sans SC"/>
                <a:ea typeface="Noto Sans SC"/>
                <a:cs typeface="Noto Sans SC"/>
                <a:sym typeface="Noto Sans SC"/>
              </a:rPr>
              <a:t> in Stage tree</a:t>
            </a:r>
          </a:p>
          <a:p>
            <a:pPr marL="1524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Select SimpleRobot, set its </a:t>
            </a:r>
            <a:r>
              <a:rPr lang="en-US" sz="1200" b="1" i="0" u="none" strike="noStrike" spc="0">
                <a:solidFill>
                  <a:srgbClr val="2B2F36"/>
                </a:solidFill>
                <a:latin typeface="Noto Sans SC"/>
                <a:ea typeface="Noto Sans SC"/>
                <a:cs typeface="Noto Sans SC"/>
                <a:sym typeface="Noto Sans SC"/>
              </a:rPr>
              <a:t>Translation Z = 1</a:t>
            </a:r>
            <a:r>
              <a:rPr lang="en-US" sz="1200" b="0" i="0" u="none" strike="noStrike" spc="0">
                <a:solidFill>
                  <a:srgbClr val="2B2F36"/>
                </a:solidFill>
                <a:latin typeface="Noto Sans SC"/>
                <a:ea typeface="Noto Sans SC"/>
                <a:cs typeface="Noto Sans SC"/>
                <a:sym typeface="Noto Sans SC"/>
              </a:rPr>
              <a:t> (lifts whole robot 1m off ground)</a:t>
            </a:r>
          </a:p>
        </p:txBody>
      </p:sp>
      <p:cxnSp>
        <p:nvCxnSpPr>
          <p:cNvPr id="9" name="Connector"/>
          <p:cNvCxnSpPr/>
          <p:nvPr/>
        </p:nvCxnSpPr>
        <p:spPr>
          <a:xfrm rot="-4092">
            <a:off x="762004" y="3486150"/>
            <a:ext cx="10668000" cy="12700"/>
          </a:xfrm>
          <a:prstGeom prst="straightConnector1">
            <a:avLst/>
          </a:prstGeom>
          <a:solidFill>
            <a:srgbClr val="DEE0E3"/>
          </a:solidFill>
          <a:ln w="12700" cap="flat" cmpd="sng">
            <a:solidFill>
              <a:srgbClr val="DCDCDC"/>
            </a:solidFill>
            <a:round/>
          </a:ln>
        </p:spPr>
      </p:cxnSp>
      <p:sp>
        <p:nvSpPr>
          <p:cNvPr id="10" name="Auto Shape 9"/>
          <p:cNvSpPr>
            <a:spLocks noGrp="1"/>
          </p:cNvSpPr>
          <p:nvPr/>
        </p:nvSpPr>
        <p:spPr>
          <a:xfrm>
            <a:off x="762000" y="3683000"/>
            <a:ext cx="10668000" cy="698500"/>
          </a:xfrm>
          <a:prstGeom prst="roundRect">
            <a:avLst>
              <a:gd name="adj" fmla="val 0"/>
            </a:avLst>
          </a:prstGeom>
          <a:solidFill>
            <a:srgbClr val="DCF0FF"/>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11" name="Auto Shape 10"/>
          <p:cNvSpPr>
            <a:spLocks noGrp="1"/>
          </p:cNvSpPr>
          <p:nvPr/>
        </p:nvSpPr>
        <p:spPr>
          <a:xfrm>
            <a:off x="1016000" y="3784600"/>
            <a:ext cx="10160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143C78"/>
                </a:solidFill>
                <a:latin typeface="Noto Sans SC"/>
                <a:ea typeface="Noto Sans SC"/>
                <a:cs typeface="Noto Sans SC"/>
                <a:sym typeface="Noto Sans SC"/>
              </a:rPr>
              <a:t>Why an Xform?</a:t>
            </a:r>
            <a:r>
              <a:rPr lang="en-US" sz="1200" b="0" i="0" u="none" strike="noStrike" spc="0">
                <a:solidFill>
                  <a:srgbClr val="143C78"/>
                </a:solidFill>
                <a:latin typeface="Noto Sans SC"/>
                <a:ea typeface="Noto Sans SC"/>
                <a:cs typeface="Noto Sans SC"/>
                <a:sym typeface="Noto Sans SC"/>
              </a:rPr>
              <a:t> It is an empty parent node. Moving it moves ALL children (chassis + future wheels) together. This way you position the whole robot at once, instead of moving each part separately.</a:t>
            </a:r>
          </a:p>
        </p:txBody>
      </p:sp>
      <p:sp>
        <p:nvSpPr>
          <p:cNvPr id="12" name="Auto Shape 11"/>
          <p:cNvSpPr>
            <a:spLocks noGrp="1"/>
          </p:cNvSpPr>
          <p:nvPr/>
        </p:nvSpPr>
        <p:spPr>
          <a:xfrm>
            <a:off x="762000" y="4635500"/>
            <a:ext cx="10668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0D1326"/>
                </a:solidFill>
                <a:latin typeface="Noto Sans SC"/>
                <a:ea typeface="Noto Sans SC"/>
                <a:cs typeface="Noto Sans SC"/>
                <a:sym typeface="Noto Sans SC"/>
              </a:rPr>
              <a:t>Expected result in Stage tree:</a:t>
            </a:r>
          </a:p>
        </p:txBody>
      </p:sp>
      <p:sp>
        <p:nvSpPr>
          <p:cNvPr id="13" name="Auto Shape 12"/>
          <p:cNvSpPr>
            <a:spLocks noGrp="1"/>
          </p:cNvSpPr>
          <p:nvPr/>
        </p:nvSpPr>
        <p:spPr>
          <a:xfrm>
            <a:off x="762000" y="5016500"/>
            <a:ext cx="10668000" cy="1397000"/>
          </a:xfrm>
          <a:prstGeom prst="roundRect">
            <a:avLst>
              <a:gd name="adj" fmla="val 0"/>
            </a:avLst>
          </a:prstGeom>
          <a:solidFill>
            <a:srgbClr val="1E2332"/>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14" name="Auto Shape 13"/>
          <p:cNvSpPr>
            <a:spLocks noGrp="1"/>
          </p:cNvSpPr>
          <p:nvPr/>
        </p:nvSpPr>
        <p:spPr>
          <a:xfrm>
            <a:off x="1016000" y="5143500"/>
            <a:ext cx="10160000" cy="1143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200" b="0" i="0" u="none" strike="noStrike" spc="0">
                <a:solidFill>
                  <a:srgbClr val="C8DCFF"/>
                </a:solidFill>
                <a:latin typeface="Consolas"/>
                <a:ea typeface="Consolas"/>
                <a:cs typeface="Consolas"/>
                <a:sym typeface="Consolas"/>
              </a:rPr>
              <a:t>World</a:t>
            </a:r>
          </a:p>
          <a:p>
            <a:pPr marL="0" marR="0" algn="l">
              <a:lnSpc>
                <a:spcPct val="133333"/>
              </a:lnSpc>
            </a:pPr>
            <a:r>
              <a:rPr lang="en-US" sz="1200" b="0" i="0" u="none" strike="noStrike" spc="0">
                <a:solidFill>
                  <a:srgbClr val="C8DCFF"/>
                </a:solidFill>
                <a:latin typeface="Consolas"/>
                <a:ea typeface="Consolas"/>
                <a:cs typeface="Consolas"/>
                <a:sym typeface="Consolas"/>
              </a:rPr>
              <a:t>└── SimpleRobot (Translation Z = 1)</a:t>
            </a:r>
          </a:p>
          <a:p>
            <a:pPr marL="0" marR="0" algn="l">
              <a:lnSpc>
                <a:spcPct val="133333"/>
              </a:lnSpc>
            </a:pPr>
            <a:r>
              <a:rPr lang="en-US" sz="1200" b="0" i="0" u="none" strike="noStrike" spc="0">
                <a:solidFill>
                  <a:srgbClr val="C8DCFF"/>
                </a:solidFill>
                <a:latin typeface="Consolas"/>
                <a:ea typeface="Consolas"/>
                <a:cs typeface="Consolas"/>
                <a:sym typeface="Consolas"/>
              </a:rPr>
              <a:t>└── Cube (Scale = 2, 1, 0.5) ← this is the chassis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381000"/>
            <a:ext cx="10668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MODULE 1 · STEP 2</a:t>
            </a:r>
          </a:p>
        </p:txBody>
      </p:sp>
      <p:sp>
        <p:nvSpPr>
          <p:cNvPr id="3" name="Auto Shape 2"/>
          <p:cNvSpPr>
            <a:spLocks noGrp="1"/>
          </p:cNvSpPr>
          <p:nvPr/>
        </p:nvSpPr>
        <p:spPr>
          <a:xfrm>
            <a:off x="762000" y="698500"/>
            <a:ext cx="10668000" cy="406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200" b="1" i="0" u="none" strike="noStrike" spc="0">
                <a:solidFill>
                  <a:srgbClr val="0D1326"/>
                </a:solidFill>
                <a:latin typeface="Noto Sans SC"/>
                <a:ea typeface="Noto Sans SC"/>
                <a:cs typeface="Noto Sans SC"/>
                <a:sym typeface="Noto Sans SC"/>
              </a:rPr>
              <a:t>Enable physics: Physics Scene + Rigid Body</a:t>
            </a:r>
          </a:p>
        </p:txBody>
      </p:sp>
      <p:cxnSp>
        <p:nvCxnSpPr>
          <p:cNvPr id="4" name="Connector"/>
          <p:cNvCxnSpPr/>
          <p:nvPr/>
        </p:nvCxnSpPr>
        <p:spPr>
          <a:xfrm rot="-4092">
            <a:off x="762004" y="1263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460500"/>
            <a:ext cx="5334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0D1326"/>
                </a:solidFill>
                <a:latin typeface="Noto Sans SC"/>
                <a:ea typeface="Noto Sans SC"/>
                <a:cs typeface="Noto Sans SC"/>
                <a:sym typeface="Noto Sans SC"/>
              </a:rPr>
              <a:t>Step 1: Add Physics Scene (global)</a:t>
            </a:r>
          </a:p>
        </p:txBody>
      </p:sp>
      <p:sp>
        <p:nvSpPr>
          <p:cNvPr id="6" name="Auto Shape 5"/>
          <p:cNvSpPr>
            <a:spLocks noGrp="1"/>
          </p:cNvSpPr>
          <p:nvPr/>
        </p:nvSpPr>
        <p:spPr>
          <a:xfrm>
            <a:off x="762000" y="1803400"/>
            <a:ext cx="5334000" cy="762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200" b="1" i="0" u="none" strike="noStrike" spc="0">
                <a:solidFill>
                  <a:srgbClr val="2B2F36"/>
                </a:solidFill>
                <a:latin typeface="Noto Sans SC"/>
                <a:ea typeface="Noto Sans SC"/>
                <a:cs typeface="Noto Sans SC"/>
                <a:sym typeface="Noto Sans SC"/>
              </a:rPr>
              <a:t>Create &gt; Physics &gt; Physics Scene</a:t>
            </a:r>
            <a:r>
              <a:rPr lang="en-US" sz="1200" b="0" i="0" u="none" strike="noStrike" spc="0">
                <a:solidFill>
                  <a:srgbClr val="2B2F36"/>
                </a:solidFill>
                <a:latin typeface="Noto Sans SC"/>
                <a:ea typeface="Noto Sans SC"/>
                <a:cs typeface="Noto Sans SC"/>
                <a:sym typeface="Noto Sans SC"/>
              </a:rPr>
              <a:t> — turns on the physics engine for the whole stage. One per scene.</a:t>
            </a:r>
          </a:p>
        </p:txBody>
      </p:sp>
      <p:sp>
        <p:nvSpPr>
          <p:cNvPr id="7" name="Auto Shape 6"/>
          <p:cNvSpPr>
            <a:spLocks noGrp="1"/>
          </p:cNvSpPr>
          <p:nvPr/>
        </p:nvSpPr>
        <p:spPr>
          <a:xfrm>
            <a:off x="762000" y="2730500"/>
            <a:ext cx="5334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0D1326"/>
                </a:solidFill>
                <a:latin typeface="Noto Sans SC"/>
                <a:ea typeface="Noto Sans SC"/>
                <a:cs typeface="Noto Sans SC"/>
                <a:sym typeface="Noto Sans SC"/>
              </a:rPr>
              <a:t>Step 2: Add Rigid Body to the cube</a:t>
            </a:r>
          </a:p>
        </p:txBody>
      </p:sp>
      <p:sp>
        <p:nvSpPr>
          <p:cNvPr id="8" name="Auto Shape 7"/>
          <p:cNvSpPr>
            <a:spLocks noGrp="1"/>
          </p:cNvSpPr>
          <p:nvPr/>
        </p:nvSpPr>
        <p:spPr>
          <a:xfrm>
            <a:off x="762000" y="3073400"/>
            <a:ext cx="5334000" cy="1270000"/>
          </a:xfrm>
          <a:prstGeom prst="roundRect">
            <a:avLst>
              <a:gd name="adj" fmla="val 0"/>
            </a:avLst>
          </a:prstGeom>
          <a:noFill/>
          <a:ln w="12700" cap="flat" cmpd="sng">
            <a:noFill/>
            <a:round/>
          </a:ln>
        </p:spPr>
        <p:txBody>
          <a:bodyPr vert="horz" wrap="square" lIns="0" tIns="0" rIns="0" bIns="0" rtlCol="0" anchor="ctr">
            <a:noAutofit/>
          </a:bodyPr>
          <a:lstStyle>
            <a:lvl1pPr algn="l"/>
          </a:lstStyle>
          <a:p>
            <a:pPr marL="304800" marR="0" indent="-152400" algn="l">
              <a:lnSpc>
                <a:spcPct val="133333"/>
              </a:lnSpc>
              <a:buClr>
                <a:srgbClr val="2B2F36"/>
              </a:buClr>
              <a:buFont typeface="+mj-lt"/>
              <a:buAutoNum type="arabicPeriod"/>
            </a:pPr>
            <a:r>
              <a:rPr lang="en-US" sz="1200" b="1" i="0" u="none" strike="noStrike" spc="0">
                <a:solidFill>
                  <a:srgbClr val="2B2F36"/>
                </a:solidFill>
                <a:latin typeface="Noto Sans SC"/>
                <a:ea typeface="Noto Sans SC"/>
                <a:cs typeface="Noto Sans SC"/>
                <a:sym typeface="Noto Sans SC"/>
              </a:rPr>
              <a:t>Right-click the cube</a:t>
            </a:r>
            <a:r>
              <a:rPr lang="en-US" sz="1200" b="0" i="0" u="none" strike="noStrike" spc="0">
                <a:solidFill>
                  <a:srgbClr val="2B2F36"/>
                </a:solidFill>
                <a:latin typeface="Noto Sans SC"/>
                <a:ea typeface="Noto Sans SC"/>
                <a:cs typeface="Noto Sans SC"/>
                <a:sym typeface="Noto Sans SC"/>
              </a:rPr>
              <a:t> in the Stage panel</a:t>
            </a:r>
          </a:p>
          <a:p>
            <a:pPr marL="3048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Select </a:t>
            </a:r>
            <a:r>
              <a:rPr lang="en-US" sz="1200" b="1" i="0" u="none" strike="noStrike" spc="0">
                <a:solidFill>
                  <a:srgbClr val="2B2F36"/>
                </a:solidFill>
                <a:latin typeface="Noto Sans SC"/>
                <a:ea typeface="Noto Sans SC"/>
                <a:cs typeface="Noto Sans SC"/>
                <a:sym typeface="Noto Sans SC"/>
              </a:rPr>
              <a:t>Add &gt; Physics &gt; Rigid Body with Colliders Preset</a:t>
            </a:r>
          </a:p>
          <a:p>
            <a:pPr marL="3048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This adds both Rigid Body AND a collision mesh automatically</a:t>
            </a:r>
          </a:p>
        </p:txBody>
      </p:sp>
      <p:sp>
        <p:nvSpPr>
          <p:cNvPr id="9" name="Auto Shape 8"/>
          <p:cNvSpPr>
            <a:spLocks noGrp="1"/>
          </p:cNvSpPr>
          <p:nvPr/>
        </p:nvSpPr>
        <p:spPr>
          <a:xfrm>
            <a:off x="6477000" y="1460500"/>
            <a:ext cx="4953000" cy="3175000"/>
          </a:xfrm>
          <a:prstGeom prst="roundRect">
            <a:avLst>
              <a:gd name="adj" fmla="val 0"/>
            </a:avLst>
          </a:prstGeom>
          <a:solidFill>
            <a:srgbClr val="DCF0FF"/>
          </a:solidFill>
          <a:ln w="12700" cap="flat" cmpd="sng">
            <a:noFill/>
            <a:round/>
          </a:ln>
        </p:spPr>
        <p:txBody>
          <a:bodyPr vert="horz" wrap="square" lIns="0" tIns="0" rIns="0" bIns="0" rtlCol="0" anchor="ctr">
            <a:noAutofit/>
          </a:bodyPr>
          <a:lstStyle>
            <a:lvl1pPr algn="ctr"/>
          </a:lstStyle>
          <a:p>
            <a:pPr marR="0" algn="ctr">
              <a:lnSpc>
                <a:spcPct val="100000"/>
              </a:lnSpc>
            </a:pPr>
            <a:r>
              <a:rPr lang="en-US" sz="1400" b="0" i="0" u="none" strike="noStrike" spc="0">
                <a:solidFill>
                  <a:srgbClr val="000000"/>
                </a:solidFill>
                <a:latin typeface="Arial"/>
                <a:ea typeface="Arial"/>
                <a:cs typeface="Arial"/>
                <a:sym typeface="Arial"/>
              </a:rPr>
              <a:t> </a:t>
            </a:r>
          </a:p>
        </p:txBody>
      </p:sp>
      <p:sp>
        <p:nvSpPr>
          <p:cNvPr id="10" name="Auto Shape 9"/>
          <p:cNvSpPr>
            <a:spLocks noGrp="1"/>
          </p:cNvSpPr>
          <p:nvPr/>
        </p:nvSpPr>
        <p:spPr>
          <a:xfrm>
            <a:off x="6731000" y="1651000"/>
            <a:ext cx="4445000" cy="2794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200" b="1" i="0" u="none" strike="noStrike" spc="0">
                <a:solidFill>
                  <a:srgbClr val="143C78"/>
                </a:solidFill>
                <a:latin typeface="Noto Sans SC"/>
                <a:ea typeface="Noto Sans SC"/>
                <a:cs typeface="Noto Sans SC"/>
                <a:sym typeface="Noto Sans SC"/>
              </a:rPr>
              <a:t>Why "Rigid Body with Colliders Preset"?</a:t>
            </a:r>
          </a:p>
          <a:p>
            <a:pPr marL="0" marR="0" algn="l">
              <a:lnSpc>
                <a:spcPct val="133333"/>
              </a:lnSpc>
            </a:pPr>
            <a:endParaRPr sz="1200"/>
          </a:p>
          <a:p>
            <a:pPr marL="0" marR="0" algn="l">
              <a:lnSpc>
                <a:spcPct val="133333"/>
              </a:lnSpc>
            </a:pPr>
            <a:r>
              <a:rPr lang="en-US" sz="1200" b="0" i="0" u="none" strike="noStrike" spc="0">
                <a:solidFill>
                  <a:srgbClr val="143C78"/>
                </a:solidFill>
                <a:latin typeface="Noto Sans SC"/>
                <a:ea typeface="Noto Sans SC"/>
                <a:cs typeface="Noto Sans SC"/>
                <a:sym typeface="Noto Sans SC"/>
              </a:rPr>
              <a:t>It does two things at once: (1) marks the cube as a dynamic physics object that falls, and (2) creates an invisible collision mesh shaped like the cube.</a:t>
            </a:r>
          </a:p>
          <a:p>
            <a:pPr marL="0" marR="0" algn="l">
              <a:lnSpc>
                <a:spcPct val="133333"/>
              </a:lnSpc>
            </a:pPr>
            <a:endParaRPr sz="1200"/>
          </a:p>
          <a:p>
            <a:pPr marL="0" marR="0" algn="l">
              <a:lnSpc>
                <a:spcPct val="133333"/>
              </a:lnSpc>
            </a:pPr>
            <a:r>
              <a:rPr lang="en-US" sz="1200" b="0" i="0" u="none" strike="noStrike" spc="0">
                <a:solidFill>
                  <a:srgbClr val="143C78"/>
                </a:solidFill>
                <a:latin typeface="Noto Sans SC"/>
                <a:ea typeface="Noto Sans SC"/>
                <a:cs typeface="Noto Sans SC"/>
                <a:sym typeface="Noto Sans SC"/>
              </a:rPr>
              <a:t>Without colliders, objects pass through each other. You should now see a green wireframe around the cube if you enable Show &gt; By Type &gt; Physics &gt; Colliders.</a:t>
            </a:r>
          </a:p>
        </p:txBody>
      </p:sp>
      <p:sp>
        <p:nvSpPr>
          <p:cNvPr id="11" name="Auto Shape 10"/>
          <p:cNvSpPr>
            <a:spLocks noGrp="1"/>
          </p:cNvSpPr>
          <p:nvPr/>
        </p:nvSpPr>
        <p:spPr>
          <a:xfrm>
            <a:off x="762000" y="4889500"/>
            <a:ext cx="10668000" cy="1270000"/>
          </a:xfrm>
          <a:prstGeom prst="roundRect">
            <a:avLst>
              <a:gd name="adj" fmla="val 0"/>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200" b="1" i="0" u="none" strike="noStrike" spc="0">
                <a:solidFill>
                  <a:srgbClr val="965014"/>
                </a:solidFill>
                <a:latin typeface="Noto Sans SC"/>
                <a:ea typeface="Noto Sans SC"/>
                <a:cs typeface="Noto Sans SC"/>
                <a:sym typeface="Noto Sans SC"/>
              </a:rPr>
              <a:t>Note:</a:t>
            </a:r>
            <a:r>
              <a:rPr lang="en-US" sz="1200" b="0" i="0" u="none" strike="noStrike" spc="0">
                <a:solidFill>
                  <a:srgbClr val="965014"/>
                </a:solidFill>
                <a:latin typeface="Noto Sans SC"/>
                <a:ea typeface="Noto Sans SC"/>
                <a:cs typeface="Noto Sans SC"/>
                <a:sym typeface="Noto Sans SC"/>
              </a:rPr>
              <a:t> Press Play now — the cube falls forever because there is no ground yet. (In the official tutorial the cube is still the default 1x1x1; you scale it to 2,1,0.5 and add the SimpleRobot xform after the gravity test passes.) We add the ground on the next slide.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381000"/>
            <a:ext cx="10668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MODULE 1 · STEP 3</a:t>
            </a:r>
          </a:p>
        </p:txBody>
      </p:sp>
      <p:sp>
        <p:nvSpPr>
          <p:cNvPr id="3" name="Auto Shape 2"/>
          <p:cNvSpPr>
            <a:spLocks noGrp="1"/>
          </p:cNvSpPr>
          <p:nvPr/>
        </p:nvSpPr>
        <p:spPr>
          <a:xfrm>
            <a:off x="762000" y="698500"/>
            <a:ext cx="10668000" cy="406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200" b="1" i="0" u="none" strike="noStrike" spc="0">
                <a:solidFill>
                  <a:srgbClr val="0D1326"/>
                </a:solidFill>
                <a:latin typeface="Noto Sans SC"/>
                <a:ea typeface="Noto Sans SC"/>
                <a:cs typeface="Noto Sans SC"/>
                <a:sym typeface="Noto Sans SC"/>
              </a:rPr>
              <a:t>Add ground plane and test gravity</a:t>
            </a:r>
          </a:p>
        </p:txBody>
      </p:sp>
      <p:cxnSp>
        <p:nvCxnSpPr>
          <p:cNvPr id="4" name="Connector"/>
          <p:cNvCxnSpPr/>
          <p:nvPr/>
        </p:nvCxnSpPr>
        <p:spPr>
          <a:xfrm rot="-4092">
            <a:off x="762004" y="1263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460500"/>
            <a:ext cx="5334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0D1326"/>
                </a:solidFill>
                <a:latin typeface="Noto Sans SC"/>
                <a:ea typeface="Noto Sans SC"/>
                <a:cs typeface="Noto Sans SC"/>
                <a:sym typeface="Noto Sans SC"/>
              </a:rPr>
              <a:t>Step 1: Add the floor</a:t>
            </a:r>
          </a:p>
        </p:txBody>
      </p:sp>
      <p:sp>
        <p:nvSpPr>
          <p:cNvPr id="6" name="Auto Shape 5"/>
          <p:cNvSpPr>
            <a:spLocks noGrp="1"/>
          </p:cNvSpPr>
          <p:nvPr/>
        </p:nvSpPr>
        <p:spPr>
          <a:xfrm>
            <a:off x="762000" y="1803400"/>
            <a:ext cx="5334000" cy="635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200" b="1" i="0" u="none" strike="noStrike" spc="0">
                <a:solidFill>
                  <a:srgbClr val="2B2F36"/>
                </a:solidFill>
                <a:latin typeface="Noto Sans SC"/>
                <a:ea typeface="Noto Sans SC"/>
                <a:cs typeface="Noto Sans SC"/>
                <a:sym typeface="Noto Sans SC"/>
              </a:rPr>
              <a:t>Create &gt; Physics &gt; Ground Plane</a:t>
            </a:r>
            <a:r>
              <a:rPr lang="en-US" sz="1200" b="0" i="0" u="none" strike="noStrike" spc="0">
                <a:solidFill>
                  <a:srgbClr val="2B2F36"/>
                </a:solidFill>
                <a:latin typeface="Noto Sans SC"/>
                <a:ea typeface="Noto Sans SC"/>
                <a:cs typeface="Noto Sans SC"/>
                <a:sym typeface="Noto Sans SC"/>
              </a:rPr>
              <a:t> — an infinite static floor.</a:t>
            </a:r>
          </a:p>
        </p:txBody>
      </p:sp>
      <p:sp>
        <p:nvSpPr>
          <p:cNvPr id="7" name="Auto Shape 6"/>
          <p:cNvSpPr>
            <a:spLocks noGrp="1"/>
          </p:cNvSpPr>
          <p:nvPr/>
        </p:nvSpPr>
        <p:spPr>
          <a:xfrm>
            <a:off x="762000" y="2603500"/>
            <a:ext cx="5334000" cy="279400"/>
          </a:xfrm>
          <a:prstGeom prst="roundRect">
            <a:avLst>
              <a:gd name="adj" fmla="val 0"/>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0D1326"/>
                </a:solidFill>
                <a:latin typeface="Noto Sans SC"/>
                <a:ea typeface="Noto Sans SC"/>
                <a:cs typeface="Noto Sans SC"/>
                <a:sym typeface="Noto Sans SC"/>
              </a:rPr>
              <a:t>Step 2: Raise the cube above the ground</a:t>
            </a:r>
          </a:p>
        </p:txBody>
      </p:sp>
      <p:sp>
        <p:nvSpPr>
          <p:cNvPr id="8" name="Auto Shape 7"/>
          <p:cNvSpPr>
            <a:spLocks noGrp="1"/>
          </p:cNvSpPr>
          <p:nvPr/>
        </p:nvSpPr>
        <p:spPr>
          <a:xfrm>
            <a:off x="762000" y="2946400"/>
            <a:ext cx="5334000" cy="762000"/>
          </a:xfrm>
          <a:prstGeom prst="roundRect">
            <a:avLst>
              <a:gd name="adj" fmla="val 0"/>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200" b="0" i="0" u="none" strike="noStrike" spc="0">
                <a:solidFill>
                  <a:srgbClr val="2B2F36"/>
                </a:solidFill>
                <a:latin typeface="Noto Sans SC"/>
                <a:ea typeface="Noto Sans SC"/>
                <a:cs typeface="Noto Sans SC"/>
                <a:sym typeface="Noto Sans SC"/>
              </a:rPr>
              <a:t>Move the cube up to </a:t>
            </a:r>
            <a:r>
              <a:rPr lang="en-US" sz="1200" b="1" i="0" u="none" strike="noStrike" spc="0">
                <a:solidFill>
                  <a:srgbClr val="2B2F36"/>
                </a:solidFill>
                <a:latin typeface="Noto Sans SC"/>
                <a:ea typeface="Noto Sans SC"/>
                <a:cs typeface="Noto Sans SC"/>
                <a:sym typeface="Noto Sans SC"/>
              </a:rPr>
              <a:t>Z = 1</a:t>
            </a:r>
            <a:r>
              <a:rPr lang="en-US" sz="1200" b="0" i="0" u="none" strike="noStrike" spc="0">
                <a:solidFill>
                  <a:srgbClr val="2B2F36"/>
                </a:solidFill>
                <a:latin typeface="Noto Sans SC"/>
                <a:ea typeface="Noto Sans SC"/>
                <a:cs typeface="Noto Sans SC"/>
                <a:sym typeface="Noto Sans SC"/>
              </a:rPr>
              <a:t> (1 meter; default unit is meters, Z is up). In the full robot this is done by raising the parent </a:t>
            </a:r>
            <a:r>
              <a:rPr lang="en-US" sz="1200" b="1" i="0" u="none" strike="noStrike" spc="0">
                <a:solidFill>
                  <a:srgbClr val="2B2F36"/>
                </a:solidFill>
                <a:latin typeface="Noto Sans SC"/>
                <a:ea typeface="Noto Sans SC"/>
                <a:cs typeface="Noto Sans SC"/>
                <a:sym typeface="Noto Sans SC"/>
              </a:rPr>
              <a:t>SimpleRobot xform</a:t>
            </a:r>
            <a:r>
              <a:rPr lang="en-US" sz="1200" b="0" i="0" u="none" strike="noStrike" spc="0">
                <a:solidFill>
                  <a:srgbClr val="2B2F36"/>
                </a:solidFill>
                <a:latin typeface="Noto Sans SC"/>
                <a:ea typeface="Noto Sans SC"/>
                <a:cs typeface="Noto Sans SC"/>
                <a:sym typeface="Noto Sans SC"/>
              </a:rPr>
              <a:t>, not the cube itself.</a:t>
            </a:r>
          </a:p>
        </p:txBody>
      </p:sp>
      <p:sp>
        <p:nvSpPr>
          <p:cNvPr id="9" name="Auto Shape 8"/>
          <p:cNvSpPr>
            <a:spLocks noGrp="1"/>
          </p:cNvSpPr>
          <p:nvPr/>
        </p:nvSpPr>
        <p:spPr>
          <a:xfrm>
            <a:off x="762000" y="3873500"/>
            <a:ext cx="5334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0D1326"/>
                </a:solidFill>
                <a:latin typeface="Noto Sans SC"/>
                <a:ea typeface="Noto Sans SC"/>
                <a:cs typeface="Noto Sans SC"/>
                <a:sym typeface="Noto Sans SC"/>
              </a:rPr>
              <a:t>Step 3: Press Play</a:t>
            </a:r>
          </a:p>
        </p:txBody>
      </p:sp>
      <p:sp>
        <p:nvSpPr>
          <p:cNvPr id="10" name="Auto Shape 9"/>
          <p:cNvSpPr>
            <a:spLocks noGrp="1"/>
          </p:cNvSpPr>
          <p:nvPr/>
        </p:nvSpPr>
        <p:spPr>
          <a:xfrm>
            <a:off x="762000" y="4216400"/>
            <a:ext cx="5334000" cy="762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200" b="0" i="0" u="none" strike="noStrike" spc="0">
                <a:solidFill>
                  <a:srgbClr val="2B2F36"/>
                </a:solidFill>
                <a:latin typeface="Noto Sans SC"/>
                <a:ea typeface="Noto Sans SC"/>
                <a:cs typeface="Noto Sans SC"/>
                <a:sym typeface="Noto Sans SC"/>
              </a:rPr>
              <a:t>The cube drops from Z=1 and </a:t>
            </a:r>
            <a:r>
              <a:rPr lang="en-US" sz="1200" b="1" i="0" u="none" strike="noStrike" spc="0">
                <a:solidFill>
                  <a:srgbClr val="2B2F36"/>
                </a:solidFill>
                <a:latin typeface="Noto Sans SC"/>
                <a:ea typeface="Noto Sans SC"/>
                <a:cs typeface="Noto Sans SC"/>
                <a:sym typeface="Noto Sans SC"/>
              </a:rPr>
              <a:t>lands on the ground plane</a:t>
            </a:r>
            <a:r>
              <a:rPr lang="en-US" sz="1200" b="0" i="0" u="none" strike="noStrike" spc="0">
                <a:solidFill>
                  <a:srgbClr val="2B2F36"/>
                </a:solidFill>
                <a:latin typeface="Noto Sans SC"/>
                <a:ea typeface="Noto Sans SC"/>
                <a:cs typeface="Noto Sans SC"/>
                <a:sym typeface="Noto Sans SC"/>
              </a:rPr>
              <a:t>. Click </a:t>
            </a:r>
            <a:r>
              <a:rPr lang="en-US" sz="1200" b="1" i="0" u="none" strike="noStrike" spc="0">
                <a:solidFill>
                  <a:srgbClr val="2B2F36"/>
                </a:solidFill>
                <a:latin typeface="Noto Sans SC"/>
                <a:ea typeface="Noto Sans SC"/>
                <a:cs typeface="Noto Sans SC"/>
                <a:sym typeface="Noto Sans SC"/>
              </a:rPr>
              <a:t>Stop</a:t>
            </a:r>
            <a:r>
              <a:rPr lang="en-US" sz="1200" b="0" i="0" u="none" strike="noStrike" spc="0">
                <a:solidFill>
                  <a:srgbClr val="2B2F36"/>
                </a:solidFill>
                <a:latin typeface="Noto Sans SC"/>
                <a:ea typeface="Noto Sans SC"/>
                <a:cs typeface="Noto Sans SC"/>
                <a:sym typeface="Noto Sans SC"/>
              </a:rPr>
              <a:t> when it settles.</a:t>
            </a:r>
          </a:p>
        </p:txBody>
      </p:sp>
      <p:sp>
        <p:nvSpPr>
          <p:cNvPr id="11" name="Auto Shape 10"/>
          <p:cNvSpPr>
            <a:spLocks noGrp="1"/>
          </p:cNvSpPr>
          <p:nvPr/>
        </p:nvSpPr>
        <p:spPr>
          <a:xfrm>
            <a:off x="6477000" y="1460500"/>
            <a:ext cx="4953000" cy="3556000"/>
          </a:xfrm>
          <a:prstGeom prst="roundRect">
            <a:avLst>
              <a:gd name="adj" fmla="val 0"/>
            </a:avLst>
          </a:prstGeom>
          <a:solidFill>
            <a:srgbClr val="FFF8DC"/>
          </a:solidFill>
          <a:ln w="12700" cap="flat" cmpd="sng">
            <a:noFill/>
            <a:round/>
          </a:ln>
        </p:spPr>
        <p:txBody>
          <a:bodyPr vert="horz" wrap="square" lIns="0" tIns="0" rIns="0" bIns="0" rtlCol="0" anchor="ctr">
            <a:noAutofit/>
          </a:bodyPr>
          <a:lstStyle>
            <a:lvl1pPr algn="ctr"/>
          </a:lstStyle>
          <a:p>
            <a:pPr marR="0" algn="ctr">
              <a:lnSpc>
                <a:spcPct val="100000"/>
              </a:lnSpc>
            </a:pPr>
            <a:r>
              <a:rPr lang="en-US" sz="1400" b="0" i="0" u="none" strike="noStrike" spc="0">
                <a:solidFill>
                  <a:srgbClr val="000000"/>
                </a:solidFill>
                <a:latin typeface="Arial"/>
                <a:ea typeface="Arial"/>
                <a:cs typeface="Arial"/>
                <a:sym typeface="Arial"/>
              </a:rPr>
              <a:t> </a:t>
            </a:r>
          </a:p>
        </p:txBody>
      </p:sp>
      <p:sp>
        <p:nvSpPr>
          <p:cNvPr id="12" name="Auto Shape 11"/>
          <p:cNvSpPr>
            <a:spLocks noGrp="1"/>
          </p:cNvSpPr>
          <p:nvPr/>
        </p:nvSpPr>
        <p:spPr>
          <a:xfrm>
            <a:off x="6731000" y="1651000"/>
            <a:ext cx="4445000" cy="3175000"/>
          </a:xfrm>
          <a:prstGeom prst="roundRect">
            <a:avLst>
              <a:gd name="adj" fmla="val 0"/>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200" b="1" i="0" u="none" strike="noStrike" spc="0">
                <a:solidFill>
                  <a:srgbClr val="644614"/>
                </a:solidFill>
                <a:latin typeface="Noto Sans SC"/>
                <a:ea typeface="Noto Sans SC"/>
                <a:cs typeface="Noto Sans SC"/>
                <a:sym typeface="Noto Sans SC"/>
              </a:rPr>
              <a:t>If the cube falls through the floor:</a:t>
            </a:r>
          </a:p>
          <a:p>
            <a:pPr marL="304800" marR="0" indent="-152400" algn="l">
              <a:lnSpc>
                <a:spcPct val="133333"/>
              </a:lnSpc>
              <a:buClr>
                <a:srgbClr val="644614"/>
              </a:buClr>
              <a:buFont typeface="Arial"/>
              <a:buChar char="•"/>
            </a:pPr>
            <a:r>
              <a:rPr lang="en-US" sz="1200" b="0" i="0" u="none" strike="noStrike" spc="0">
                <a:solidFill>
                  <a:srgbClr val="644614"/>
                </a:solidFill>
                <a:latin typeface="Noto Sans SC"/>
                <a:ea typeface="Noto Sans SC"/>
                <a:cs typeface="Noto Sans SC"/>
                <a:sym typeface="Noto Sans SC"/>
              </a:rPr>
              <a:t>Physics Scene exists in Stage?</a:t>
            </a:r>
          </a:p>
          <a:p>
            <a:pPr marL="304800" marR="0" indent="-152400" algn="l">
              <a:lnSpc>
                <a:spcPct val="133333"/>
              </a:lnSpc>
              <a:buClr>
                <a:srgbClr val="644614"/>
              </a:buClr>
              <a:buFont typeface="Arial"/>
              <a:buChar char="•"/>
            </a:pPr>
            <a:r>
              <a:rPr lang="en-US" sz="1200" b="0" i="0" u="none" strike="noStrike" spc="0">
                <a:solidFill>
                  <a:srgbClr val="644614"/>
                </a:solidFill>
                <a:latin typeface="Noto Sans SC"/>
                <a:ea typeface="Noto Sans SC"/>
                <a:cs typeface="Noto Sans SC"/>
                <a:sym typeface="Noto Sans SC"/>
              </a:rPr>
              <a:t>Cube has Rigid Body with Colliders Preset?</a:t>
            </a:r>
          </a:p>
          <a:p>
            <a:pPr marL="0" marR="0" algn="l">
              <a:lnSpc>
                <a:spcPct val="133333"/>
              </a:lnSpc>
            </a:pPr>
            <a:endParaRPr sz="1400"/>
          </a:p>
          <a:p>
            <a:pPr marL="0" marR="0" algn="l">
              <a:lnSpc>
                <a:spcPct val="133333"/>
              </a:lnSpc>
            </a:pPr>
            <a:r>
              <a:rPr lang="en-US" sz="1200" b="1" i="0" u="none" strike="noStrike" spc="0">
                <a:solidFill>
                  <a:srgbClr val="644614"/>
                </a:solidFill>
                <a:latin typeface="Noto Sans SC"/>
                <a:ea typeface="Noto Sans SC"/>
                <a:cs typeface="Noto Sans SC"/>
                <a:sym typeface="Noto Sans SC"/>
              </a:rPr>
              <a:t>If nothing happens:</a:t>
            </a:r>
            <a:r>
              <a:rPr lang="en-US" sz="1200" b="0" i="0" u="none" strike="noStrike" spc="0">
                <a:solidFill>
                  <a:srgbClr val="644614"/>
                </a:solidFill>
                <a:latin typeface="Noto Sans SC"/>
                <a:ea typeface="Noto Sans SC"/>
                <a:cs typeface="Noto Sans SC"/>
                <a:sym typeface="Noto Sans SC"/>
              </a:rPr>
              <a:t> press Play (triangle). Physics only runs while the timeline is playing.</a:t>
            </a:r>
          </a:p>
          <a:p>
            <a:pPr marL="0" marR="0" algn="l">
              <a:lnSpc>
                <a:spcPct val="133333"/>
              </a:lnSpc>
            </a:pPr>
            <a:endParaRPr sz="1400"/>
          </a:p>
          <a:p>
            <a:pPr marL="0" marR="0" algn="l">
              <a:lnSpc>
                <a:spcPct val="133333"/>
              </a:lnSpc>
            </a:pPr>
            <a:r>
              <a:rPr lang="en-US" sz="1200" b="1" i="0" u="none" strike="noStrike" spc="0">
                <a:solidFill>
                  <a:srgbClr val="644614"/>
                </a:solidFill>
                <a:latin typeface="Noto Sans SC"/>
                <a:ea typeface="Noto Sans SC"/>
                <a:cs typeface="Noto Sans SC"/>
                <a:sym typeface="Noto Sans SC"/>
              </a:rPr>
              <a:t>Next step:</a:t>
            </a:r>
            <a:r>
              <a:rPr lang="en-US" sz="1200" b="0" i="0" u="none" strike="noStrike" spc="0">
                <a:solidFill>
                  <a:srgbClr val="644614"/>
                </a:solidFill>
                <a:latin typeface="Noto Sans SC"/>
                <a:ea typeface="Noto Sans SC"/>
                <a:cs typeface="Noto Sans SC"/>
                <a:sym typeface="Noto Sans SC"/>
              </a:rPr>
              <a:t> Stop, then scale the cube to (2, 1, 0.5) and create the SimpleRobot parent xform that lifts the whole robot.</a:t>
            </a:r>
          </a:p>
        </p:txBody>
      </p:sp>
      <p:sp>
        <p:nvSpPr>
          <p:cNvPr id="13" name="Auto Shape 12"/>
          <p:cNvSpPr>
            <a:spLocks noGrp="1"/>
          </p:cNvSpPr>
          <p:nvPr/>
        </p:nvSpPr>
        <p:spPr>
          <a:xfrm>
            <a:off x="762000" y="5207000"/>
            <a:ext cx="10668000" cy="762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What you just verified:</a:t>
            </a:r>
            <a:r>
              <a:rPr lang="en-US" sz="1200" b="0" i="0" u="none" strike="noStrike" spc="0">
                <a:solidFill>
                  <a:srgbClr val="76B900"/>
                </a:solidFill>
                <a:latin typeface="Noto Sans SC"/>
                <a:ea typeface="Noto Sans SC"/>
                <a:cs typeface="Noto Sans SC"/>
                <a:sym typeface="Noto Sans SC"/>
              </a:rPr>
              <a:t> gravity works, collision works, ground plane catches objects. Save your work (File &gt; Save) before moving 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381000"/>
            <a:ext cx="10668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MODULE 1 · ADDING THE FOUR WHEELS</a:t>
            </a:r>
          </a:p>
        </p:txBody>
      </p:sp>
      <p:sp>
        <p:nvSpPr>
          <p:cNvPr id="3" name="Auto Shape 2"/>
          <p:cNvSpPr>
            <a:spLocks noGrp="1"/>
          </p:cNvSpPr>
          <p:nvPr/>
        </p:nvSpPr>
        <p:spPr>
          <a:xfrm>
            <a:off x="762000" y="698500"/>
            <a:ext cx="10668000" cy="406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200" b="1" i="0" u="none" strike="noStrike" spc="0">
                <a:solidFill>
                  <a:srgbClr val="0D1326"/>
                </a:solidFill>
                <a:latin typeface="Noto Sans SC"/>
                <a:ea typeface="Noto Sans SC"/>
                <a:cs typeface="Noto Sans SC"/>
                <a:sym typeface="Noto Sans SC"/>
              </a:rPr>
              <a:t>Create and position the wheels</a:t>
            </a:r>
          </a:p>
        </p:txBody>
      </p:sp>
      <p:cxnSp>
        <p:nvCxnSpPr>
          <p:cNvPr id="4" name="Connector"/>
          <p:cNvCxnSpPr/>
          <p:nvPr/>
        </p:nvCxnSpPr>
        <p:spPr>
          <a:xfrm rot="-4092">
            <a:off x="762004" y="1263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422400"/>
            <a:ext cx="6096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0D1326"/>
                </a:solidFill>
                <a:latin typeface="Noto Sans SC"/>
                <a:ea typeface="Noto Sans SC"/>
                <a:cs typeface="Noto Sans SC"/>
                <a:sym typeface="Noto Sans SC"/>
              </a:rPr>
              <a:t>Create the first wheel (as a child of SimpleRobot):</a:t>
            </a:r>
          </a:p>
        </p:txBody>
      </p:sp>
      <p:sp>
        <p:nvSpPr>
          <p:cNvPr id="6" name="Auto Shape 5"/>
          <p:cNvSpPr>
            <a:spLocks noGrp="1"/>
          </p:cNvSpPr>
          <p:nvPr/>
        </p:nvSpPr>
        <p:spPr>
          <a:xfrm>
            <a:off x="762000" y="1752600"/>
            <a:ext cx="6096000" cy="1968500"/>
          </a:xfrm>
          <a:prstGeom prst="rect">
            <a:avLst/>
          </a:prstGeom>
          <a:noFill/>
          <a:ln w="12700" cap="flat" cmpd="sng">
            <a:noFill/>
            <a:round/>
          </a:ln>
        </p:spPr>
        <p:txBody>
          <a:bodyPr vert="horz" wrap="square" lIns="0" tIns="0" rIns="0" bIns="0" rtlCol="0" anchor="ctr">
            <a:noAutofit/>
          </a:bodyPr>
          <a:lstStyle>
            <a:lvl1pPr algn="l"/>
          </a:lstStyle>
          <a:p>
            <a:pPr marL="1524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Right-click </a:t>
            </a:r>
            <a:r>
              <a:rPr lang="en-US" sz="1200" b="1" i="0" u="none" strike="noStrike" spc="0">
                <a:solidFill>
                  <a:srgbClr val="2B2F36"/>
                </a:solidFill>
                <a:latin typeface="Noto Sans SC"/>
                <a:ea typeface="Noto Sans SC"/>
                <a:cs typeface="Noto Sans SC"/>
                <a:sym typeface="Noto Sans SC"/>
              </a:rPr>
              <a:t>SimpleRobot</a:t>
            </a:r>
            <a:r>
              <a:rPr lang="en-US" sz="1200" b="0" i="0" u="none" strike="noStrike" spc="0">
                <a:solidFill>
                  <a:srgbClr val="2B2F36"/>
                </a:solidFill>
                <a:latin typeface="Noto Sans SC"/>
                <a:ea typeface="Noto Sans SC"/>
                <a:cs typeface="Noto Sans SC"/>
                <a:sym typeface="Noto Sans SC"/>
              </a:rPr>
              <a:t> in Stage &gt; </a:t>
            </a:r>
            <a:r>
              <a:rPr lang="en-US" sz="1200" b="1" i="0" u="none" strike="noStrike" spc="0">
                <a:solidFill>
                  <a:srgbClr val="2B2F36"/>
                </a:solidFill>
                <a:latin typeface="Noto Sans SC"/>
                <a:ea typeface="Noto Sans SC"/>
                <a:cs typeface="Noto Sans SC"/>
                <a:sym typeface="Noto Sans SC"/>
              </a:rPr>
              <a:t>Create &gt; Mesh &gt; Cylinder</a:t>
            </a:r>
          </a:p>
          <a:p>
            <a:pPr marL="1524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In Transform: set </a:t>
            </a:r>
            <a:r>
              <a:rPr lang="en-US" sz="1200" b="1" i="0" u="none" strike="noStrike" spc="0">
                <a:solidFill>
                  <a:srgbClr val="2B2F36"/>
                </a:solidFill>
                <a:latin typeface="Noto Sans SC"/>
                <a:ea typeface="Noto Sans SC"/>
                <a:cs typeface="Noto Sans SC"/>
                <a:sym typeface="Noto Sans SC"/>
              </a:rPr>
              <a:t>Rotation X = 90</a:t>
            </a:r>
            <a:r>
              <a:rPr lang="en-US" sz="1200" b="0" i="0" u="none" strike="noStrike" spc="0">
                <a:solidFill>
                  <a:srgbClr val="2B2F36"/>
                </a:solidFill>
                <a:latin typeface="Noto Sans SC"/>
                <a:ea typeface="Noto Sans SC"/>
                <a:cs typeface="Noto Sans SC"/>
                <a:sym typeface="Noto Sans SC"/>
              </a:rPr>
              <a:t> (lays cylinder on its side)</a:t>
            </a:r>
          </a:p>
          <a:p>
            <a:pPr marL="1524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Set </a:t>
            </a:r>
            <a:r>
              <a:rPr lang="en-US" sz="1200" b="1" i="0" u="none" strike="noStrike" spc="0">
                <a:solidFill>
                  <a:srgbClr val="2B2F36"/>
                </a:solidFill>
                <a:latin typeface="Noto Sans SC"/>
                <a:ea typeface="Noto Sans SC"/>
                <a:cs typeface="Noto Sans SC"/>
                <a:sym typeface="Noto Sans SC"/>
              </a:rPr>
              <a:t>Scale = (0.75, 0.75, 0.25)</a:t>
            </a:r>
          </a:p>
          <a:p>
            <a:pPr marL="1524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Set </a:t>
            </a:r>
            <a:r>
              <a:rPr lang="en-US" sz="1200" b="1" i="0" u="none" strike="noStrike" spc="0">
                <a:solidFill>
                  <a:srgbClr val="2B2F36"/>
                </a:solidFill>
                <a:latin typeface="Noto Sans SC"/>
                <a:ea typeface="Noto Sans SC"/>
                <a:cs typeface="Noto Sans SC"/>
                <a:sym typeface="Noto Sans SC"/>
              </a:rPr>
              <a:t>Translation = (0.5, 0.75, 0)</a:t>
            </a:r>
          </a:p>
          <a:p>
            <a:pPr marL="1524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Rename to </a:t>
            </a:r>
            <a:r>
              <a:rPr lang="en-US" sz="1200" b="1" i="0" u="none" strike="noStrike" spc="0">
                <a:solidFill>
                  <a:srgbClr val="2B2F36"/>
                </a:solidFill>
                <a:latin typeface="Noto Sans SC"/>
                <a:ea typeface="Noto Sans SC"/>
                <a:cs typeface="Noto Sans SC"/>
                <a:sym typeface="Noto Sans SC"/>
              </a:rPr>
              <a:t>Front_Left_Wheel</a:t>
            </a:r>
          </a:p>
        </p:txBody>
      </p:sp>
      <p:sp>
        <p:nvSpPr>
          <p:cNvPr id="7" name="Auto Shape 6"/>
          <p:cNvSpPr>
            <a:spLocks noGrp="1"/>
          </p:cNvSpPr>
          <p:nvPr/>
        </p:nvSpPr>
        <p:spPr>
          <a:xfrm>
            <a:off x="7239000" y="1422400"/>
            <a:ext cx="4191000" cy="2298700"/>
          </a:xfrm>
          <a:prstGeom prst="roundRect">
            <a:avLst>
              <a:gd name="adj" fmla="val 0"/>
            </a:avLst>
          </a:prstGeom>
          <a:solidFill>
            <a:srgbClr val="E8F5E9"/>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8" name="Auto Shape 7"/>
          <p:cNvSpPr>
            <a:spLocks noGrp="1"/>
          </p:cNvSpPr>
          <p:nvPr/>
        </p:nvSpPr>
        <p:spPr>
          <a:xfrm>
            <a:off x="7429500" y="1549400"/>
            <a:ext cx="3810000" cy="2095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100" b="1" i="0" u="none" strike="noStrike" spc="0">
                <a:solidFill>
                  <a:srgbClr val="285A28"/>
                </a:solidFill>
                <a:latin typeface="Noto Sans SC"/>
                <a:ea typeface="Noto Sans SC"/>
                <a:cs typeface="Noto Sans SC"/>
                <a:sym typeface="Noto Sans SC"/>
              </a:rPr>
              <a:t>Why (0.5, 0.75, 0)?</a:t>
            </a:r>
          </a:p>
          <a:p>
            <a:pPr marL="0" marR="0" algn="l">
              <a:lnSpc>
                <a:spcPct val="125000"/>
              </a:lnSpc>
            </a:pPr>
            <a:r>
              <a:rPr lang="en-US" sz="1100" b="0" i="0" u="none" strike="noStrike" spc="0">
                <a:solidFill>
                  <a:srgbClr val="285A28"/>
                </a:solidFill>
                <a:latin typeface="Noto Sans SC"/>
                <a:ea typeface="Noto Sans SC"/>
                <a:cs typeface="Noto Sans SC"/>
                <a:sym typeface="Noto Sans SC"/>
              </a:rPr>
              <a:t>Chassis scale is (2, 1, 0.5): half-length X=1, half-width Y=0.5.</a:t>
            </a:r>
          </a:p>
          <a:p>
            <a:pPr marL="0" marR="0" algn="l">
              <a:lnSpc>
                <a:spcPct val="125000"/>
              </a:lnSpc>
            </a:pPr>
            <a:r>
              <a:rPr lang="en-US" sz="1100" b="0" i="0" u="none" strike="noStrike" spc="0">
                <a:solidFill>
                  <a:srgbClr val="285A28"/>
                </a:solidFill>
                <a:latin typeface="Noto Sans SC"/>
                <a:ea typeface="Noto Sans SC"/>
                <a:cs typeface="Noto Sans SC"/>
                <a:sym typeface="Noto Sans SC"/>
              </a:rPr>
              <a:t>X=0.5: wheel is halfway from center to front edge.</a:t>
            </a:r>
          </a:p>
          <a:p>
            <a:pPr marL="0" marR="0" algn="l">
              <a:lnSpc>
                <a:spcPct val="125000"/>
              </a:lnSpc>
            </a:pPr>
            <a:r>
              <a:rPr lang="en-US" sz="1100" b="0" i="0" u="none" strike="noStrike" spc="0">
                <a:solidFill>
                  <a:srgbClr val="285A28"/>
                </a:solidFill>
                <a:latin typeface="Noto Sans SC"/>
                <a:ea typeface="Noto Sans SC"/>
                <a:cs typeface="Noto Sans SC"/>
                <a:sym typeface="Noto Sans SC"/>
              </a:rPr>
              <a:t>Y=0.75: wheel center is 0.25m outside the chassis side (half-width=0.5), so the wheel sticks out sideways.</a:t>
            </a:r>
          </a:p>
          <a:p>
            <a:pPr marL="0" marR="0" algn="l">
              <a:lnSpc>
                <a:spcPct val="125000"/>
              </a:lnSpc>
            </a:pPr>
            <a:r>
              <a:rPr lang="en-US" sz="1100" b="0" i="0" u="none" strike="noStrike" spc="0">
                <a:solidFill>
                  <a:srgbClr val="285A28"/>
                </a:solidFill>
                <a:latin typeface="Noto Sans SC"/>
                <a:ea typeface="Noto Sans SC"/>
                <a:cs typeface="Noto Sans SC"/>
                <a:sym typeface="Noto Sans SC"/>
              </a:rPr>
              <a:t>Z=0: wheel sits at chassis center height.</a:t>
            </a:r>
          </a:p>
        </p:txBody>
      </p:sp>
      <p:cxnSp>
        <p:nvCxnSpPr>
          <p:cNvPr id="9" name="Connector"/>
          <p:cNvCxnSpPr/>
          <p:nvPr/>
        </p:nvCxnSpPr>
        <p:spPr>
          <a:xfrm rot="-4092">
            <a:off x="762004" y="3803650"/>
            <a:ext cx="10668000" cy="12700"/>
          </a:xfrm>
          <a:prstGeom prst="straightConnector1">
            <a:avLst/>
          </a:prstGeom>
          <a:solidFill>
            <a:srgbClr val="DEE0E3"/>
          </a:solidFill>
          <a:ln w="12700" cap="flat" cmpd="sng">
            <a:solidFill>
              <a:srgbClr val="DCDCDC"/>
            </a:solidFill>
            <a:round/>
          </a:ln>
        </p:spPr>
      </p:cxnSp>
      <p:sp>
        <p:nvSpPr>
          <p:cNvPr id="10" name="Auto Shape 9"/>
          <p:cNvSpPr>
            <a:spLocks noGrp="1"/>
          </p:cNvSpPr>
          <p:nvPr/>
        </p:nvSpPr>
        <p:spPr>
          <a:xfrm>
            <a:off x="762000" y="3937000"/>
            <a:ext cx="10668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0D1326"/>
                </a:solidFill>
                <a:latin typeface="Noto Sans SC"/>
                <a:ea typeface="Noto Sans SC"/>
                <a:cs typeface="Noto Sans SC"/>
                <a:sym typeface="Noto Sans SC"/>
              </a:rPr>
              <a:t>Duplicate (Ctrl+D) and position all 4 wheels:</a:t>
            </a:r>
          </a:p>
        </p:txBody>
      </p:sp>
      <p:sp>
        <p:nvSpPr>
          <p:cNvPr id="11" name="Auto Shape 10"/>
          <p:cNvSpPr>
            <a:spLocks noGrp="1"/>
          </p:cNvSpPr>
          <p:nvPr/>
        </p:nvSpPr>
        <p:spPr>
          <a:xfrm>
            <a:off x="762000" y="4292600"/>
            <a:ext cx="10668000" cy="1168400"/>
          </a:xfrm>
          <a:prstGeom prst="roundRect">
            <a:avLst>
              <a:gd name="adj" fmla="val 0"/>
            </a:avLst>
          </a:prstGeom>
          <a:solidFill>
            <a:srgbClr val="1E2332"/>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12" name="Auto Shape 11"/>
          <p:cNvSpPr>
            <a:spLocks noGrp="1"/>
          </p:cNvSpPr>
          <p:nvPr/>
        </p:nvSpPr>
        <p:spPr>
          <a:xfrm>
            <a:off x="1016000" y="4394200"/>
            <a:ext cx="10160000" cy="9906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0" i="0" u="none" strike="noStrike" spc="0">
                <a:solidFill>
                  <a:srgbClr val="C8DCFF"/>
                </a:solidFill>
                <a:latin typeface="Consolas"/>
                <a:ea typeface="Consolas"/>
                <a:cs typeface="Consolas"/>
                <a:sym typeface="Consolas"/>
              </a:rPr>
              <a:t>Front_Left_Wheel: Translation = ( 0.5, 0.75, 0)</a:t>
            </a:r>
          </a:p>
          <a:p>
            <a:pPr marL="0" marR="0" algn="l">
              <a:lnSpc>
                <a:spcPct val="125000"/>
              </a:lnSpc>
            </a:pPr>
            <a:r>
              <a:rPr lang="en-US" sz="1200" b="0" i="0" u="none" strike="noStrike" spc="0">
                <a:solidFill>
                  <a:srgbClr val="C8DCFF"/>
                </a:solidFill>
                <a:latin typeface="Consolas"/>
                <a:ea typeface="Consolas"/>
                <a:cs typeface="Consolas"/>
                <a:sym typeface="Consolas"/>
              </a:rPr>
              <a:t>Front_Right_Wheel: Translation = ( 0.5, -0.75, 0)</a:t>
            </a:r>
          </a:p>
          <a:p>
            <a:pPr marL="0" marR="0" algn="l">
              <a:lnSpc>
                <a:spcPct val="125000"/>
              </a:lnSpc>
            </a:pPr>
            <a:r>
              <a:rPr lang="en-US" sz="1200" b="0" i="0" u="none" strike="noStrike" spc="0">
                <a:solidFill>
                  <a:srgbClr val="C8DCFF"/>
                </a:solidFill>
                <a:latin typeface="Consolas"/>
                <a:ea typeface="Consolas"/>
                <a:cs typeface="Consolas"/>
                <a:sym typeface="Consolas"/>
              </a:rPr>
              <a:t>Rear_Left_Wheel: Translation = (-0.5, 0.75, 0)</a:t>
            </a:r>
          </a:p>
          <a:p>
            <a:pPr marL="0" marR="0" algn="l">
              <a:lnSpc>
                <a:spcPct val="125000"/>
              </a:lnSpc>
            </a:pPr>
            <a:r>
              <a:rPr lang="en-US" sz="1200" b="0" i="0" u="none" strike="noStrike" spc="0">
                <a:solidFill>
                  <a:srgbClr val="C8DCFF"/>
                </a:solidFill>
                <a:latin typeface="Consolas"/>
                <a:ea typeface="Consolas"/>
                <a:cs typeface="Consolas"/>
                <a:sym typeface="Consolas"/>
              </a:rPr>
              <a:t>Rear_Right_Wheel: Translation = (-0.5, -0.75, 0)</a:t>
            </a:r>
          </a:p>
        </p:txBody>
      </p:sp>
      <p:sp>
        <p:nvSpPr>
          <p:cNvPr id="13" name="Auto Shape 12"/>
          <p:cNvSpPr>
            <a:spLocks noGrp="1"/>
          </p:cNvSpPr>
          <p:nvPr/>
        </p:nvSpPr>
        <p:spPr>
          <a:xfrm>
            <a:off x="762000" y="5651500"/>
            <a:ext cx="10668000" cy="635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0" i="0" u="none" strike="noStrike" spc="0">
                <a:solidFill>
                  <a:srgbClr val="2B2F36"/>
                </a:solidFill>
                <a:latin typeface="Noto Sans SC"/>
                <a:ea typeface="Noto Sans SC"/>
                <a:cs typeface="Noto Sans SC"/>
                <a:sym typeface="Noto Sans SC"/>
              </a:rPr>
              <a:t>Then: select all 4 wheels &gt; right-click &gt; </a:t>
            </a:r>
            <a:r>
              <a:rPr lang="en-US" sz="1200" b="1" i="0" u="none" strike="noStrike" spc="0">
                <a:solidFill>
                  <a:srgbClr val="2B2F36"/>
                </a:solidFill>
                <a:latin typeface="Noto Sans SC"/>
                <a:ea typeface="Noto Sans SC"/>
                <a:cs typeface="Noto Sans SC"/>
                <a:sym typeface="Noto Sans SC"/>
              </a:rPr>
              <a:t>Add &gt; Rigid Body with Collision Preset</a:t>
            </a:r>
            <a:r>
              <a:rPr lang="en-US" sz="1200" b="0" i="0" u="none" strike="noStrike" spc="0">
                <a:solidFill>
                  <a:srgbClr val="2B2F36"/>
                </a:solidFill>
                <a:latin typeface="Noto Sans SC"/>
                <a:ea typeface="Noto Sans SC"/>
                <a:cs typeface="Noto Sans SC"/>
                <a:sym typeface="Noto Sans SC"/>
              </a:rPr>
              <a:t>. Press </a:t>
            </a:r>
            <a:r>
              <a:rPr lang="en-US" sz="1200" b="1" i="0" u="none" strike="noStrike" spc="0">
                <a:solidFill>
                  <a:srgbClr val="2B2F36"/>
                </a:solidFill>
                <a:latin typeface="Noto Sans SC"/>
                <a:ea typeface="Noto Sans SC"/>
                <a:cs typeface="Noto Sans SC"/>
                <a:sym typeface="Noto Sans SC"/>
              </a:rPr>
              <a:t>Play</a:t>
            </a:r>
            <a:r>
              <a:rPr lang="en-US" sz="1200" b="0" i="0" u="none" strike="noStrike" spc="0">
                <a:solidFill>
                  <a:srgbClr val="2B2F36"/>
                </a:solidFill>
                <a:latin typeface="Noto Sans SC"/>
                <a:ea typeface="Noto Sans SC"/>
                <a:cs typeface="Noto Sans SC"/>
                <a:sym typeface="Noto Sans SC"/>
              </a:rPr>
              <a:t> — wheels fall to ground independently. Then press </a:t>
            </a:r>
            <a:r>
              <a:rPr lang="en-US" sz="1200" b="1" i="0" u="none" strike="noStrike" spc="0">
                <a:solidFill>
                  <a:srgbClr val="2B2F36"/>
                </a:solidFill>
                <a:latin typeface="Noto Sans SC"/>
                <a:ea typeface="Noto Sans SC"/>
                <a:cs typeface="Noto Sans SC"/>
                <a:sym typeface="Noto Sans SC"/>
              </a:rPr>
              <a:t>Stop</a:t>
            </a:r>
            <a:r>
              <a:rPr lang="en-US" sz="1200" b="0" i="0" u="none" strike="noStrike" spc="0">
                <a:solidFill>
                  <a:srgbClr val="2B2F36"/>
                </a:solidFill>
                <a:latin typeface="Noto Sans SC"/>
                <a:ea typeface="Noto Sans SC"/>
                <a:cs typeface="Noto Sans SC"/>
                <a:sym typeface="Noto Sans SC"/>
              </a:rPr>
              <a:t> and </a:t>
            </a:r>
            <a:r>
              <a:rPr lang="en-US" sz="1200" b="1" i="0" u="none" strike="noStrike" spc="0">
                <a:solidFill>
                  <a:srgbClr val="2B2F36"/>
                </a:solidFill>
                <a:latin typeface="Noto Sans SC"/>
                <a:ea typeface="Noto Sans SC"/>
                <a:cs typeface="Noto Sans SC"/>
                <a:sym typeface="Noto Sans SC"/>
              </a:rPr>
              <a:t>Save</a:t>
            </a:r>
            <a:r>
              <a:rPr lang="en-US" sz="1200" b="0" i="0" u="none" strike="noStrike" spc="0">
                <a:solidFill>
                  <a:srgbClr val="2B2F36"/>
                </a:solidFill>
                <a:latin typeface="Noto Sans SC"/>
                <a:ea typeface="Noto Sans SC"/>
                <a:cs typeface="Noto Sans SC"/>
                <a:sym typeface="Noto Sans SC"/>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279400"/>
            <a:ext cx="10668000" cy="254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100" b="1" i="0" u="none" strike="noStrike" spc="0">
                <a:solidFill>
                  <a:srgbClr val="76B900"/>
                </a:solidFill>
                <a:latin typeface="Noto Sans SC"/>
                <a:ea typeface="Noto Sans SC"/>
                <a:cs typeface="Noto Sans SC"/>
                <a:sym typeface="Noto Sans SC"/>
              </a:rPr>
              <a:t>MODULE 1 · PREPARING THE JOINTS</a:t>
            </a:r>
          </a:p>
        </p:txBody>
      </p:sp>
      <p:sp>
        <p:nvSpPr>
          <p:cNvPr id="3" name="Auto Shape 2"/>
          <p:cNvSpPr>
            <a:spLocks noGrp="1"/>
          </p:cNvSpPr>
          <p:nvPr/>
        </p:nvSpPr>
        <p:spPr>
          <a:xfrm>
            <a:off x="762000" y="571500"/>
            <a:ext cx="10668000" cy="3556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000" b="1" i="0" u="none" strike="noStrike" spc="0">
                <a:solidFill>
                  <a:srgbClr val="0D1326"/>
                </a:solidFill>
                <a:latin typeface="Noto Sans SC"/>
                <a:ea typeface="Noto Sans SC"/>
                <a:cs typeface="Noto Sans SC"/>
                <a:sym typeface="Noto Sans SC"/>
              </a:rPr>
              <a:t>Create Revolute Joints — follow every step exactly</a:t>
            </a:r>
          </a:p>
        </p:txBody>
      </p:sp>
      <p:cxnSp>
        <p:nvCxnSpPr>
          <p:cNvPr id="4" name="Connector"/>
          <p:cNvCxnSpPr/>
          <p:nvPr/>
        </p:nvCxnSpPr>
        <p:spPr>
          <a:xfrm rot="-4092">
            <a:off x="762004" y="1009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143000"/>
            <a:ext cx="5334000" cy="254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0D1326"/>
                </a:solidFill>
                <a:latin typeface="Noto Sans SC"/>
                <a:ea typeface="Noto Sans SC"/>
                <a:cs typeface="Noto Sans SC"/>
                <a:sym typeface="Noto Sans SC"/>
              </a:rPr>
              <a:t>Step 0: Observe which axis the wheel spins on</a:t>
            </a:r>
          </a:p>
        </p:txBody>
      </p:sp>
      <p:sp>
        <p:nvSpPr>
          <p:cNvPr id="6" name="Auto Shape 5"/>
          <p:cNvSpPr>
            <a:spLocks noGrp="1"/>
          </p:cNvSpPr>
          <p:nvPr/>
        </p:nvSpPr>
        <p:spPr>
          <a:xfrm>
            <a:off x="762000" y="1422400"/>
            <a:ext cx="5334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100" b="0" i="0" u="none" strike="noStrike" spc="0">
                <a:solidFill>
                  <a:srgbClr val="2B2F36"/>
                </a:solidFill>
                <a:latin typeface="Noto Sans SC"/>
                <a:ea typeface="Noto Sans SC"/>
                <a:cs typeface="Noto Sans SC"/>
                <a:sym typeface="Noto Sans SC"/>
              </a:rPr>
              <a:t>Click any wheel in Stage. Look at the colored axis arrows in viewport. The wheel must rotate around the </a:t>
            </a:r>
            <a:r>
              <a:rPr lang="en-US" sz="1100" b="1" i="0" u="none" strike="noStrike" spc="0">
                <a:solidFill>
                  <a:srgbClr val="2B2F36"/>
                </a:solidFill>
                <a:latin typeface="Noto Sans SC"/>
                <a:ea typeface="Noto Sans SC"/>
                <a:cs typeface="Noto Sans SC"/>
                <a:sym typeface="Noto Sans SC"/>
              </a:rPr>
              <a:t>Y axis</a:t>
            </a:r>
            <a:r>
              <a:rPr lang="en-US" sz="1100" b="0" i="0" u="none" strike="noStrike" spc="0">
                <a:solidFill>
                  <a:srgbClr val="2B2F36"/>
                </a:solidFill>
                <a:latin typeface="Noto Sans SC"/>
                <a:ea typeface="Noto Sans SC"/>
                <a:cs typeface="Noto Sans SC"/>
                <a:sym typeface="Noto Sans SC"/>
              </a:rPr>
              <a:t> (green).</a:t>
            </a:r>
          </a:p>
        </p:txBody>
      </p:sp>
      <p:sp>
        <p:nvSpPr>
          <p:cNvPr id="7" name="Auto Shape 6"/>
          <p:cNvSpPr>
            <a:spLocks noGrp="1"/>
          </p:cNvSpPr>
          <p:nvPr/>
        </p:nvSpPr>
        <p:spPr>
          <a:xfrm>
            <a:off x="762000" y="2032000"/>
            <a:ext cx="5334000" cy="254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0D1326"/>
                </a:solidFill>
                <a:latin typeface="Noto Sans SC"/>
                <a:ea typeface="Noto Sans SC"/>
                <a:cs typeface="Noto Sans SC"/>
                <a:sym typeface="Noto Sans SC"/>
              </a:rPr>
              <a:t>Step 1: Select both bodies — ORDER MATTERS</a:t>
            </a:r>
          </a:p>
        </p:txBody>
      </p:sp>
      <p:sp>
        <p:nvSpPr>
          <p:cNvPr id="8" name="Auto Shape 7"/>
          <p:cNvSpPr>
            <a:spLocks noGrp="1"/>
          </p:cNvSpPr>
          <p:nvPr/>
        </p:nvSpPr>
        <p:spPr>
          <a:xfrm>
            <a:off x="762000" y="2311400"/>
            <a:ext cx="5334000" cy="1016000"/>
          </a:xfrm>
          <a:prstGeom prst="rect">
            <a:avLst/>
          </a:prstGeom>
          <a:noFill/>
          <a:ln w="12700" cap="flat" cmpd="sng">
            <a:noFill/>
            <a:round/>
          </a:ln>
        </p:spPr>
        <p:txBody>
          <a:bodyPr vert="horz" wrap="square" lIns="0" tIns="0" rIns="0" bIns="0" rtlCol="0" anchor="ctr">
            <a:noAutofit/>
          </a:bodyPr>
          <a:lstStyle>
            <a:lvl1pPr algn="l"/>
          </a:lstStyle>
          <a:p>
            <a:pPr marL="139700" marR="0" indent="-139700" algn="l">
              <a:lnSpc>
                <a:spcPct val="125000"/>
              </a:lnSpc>
              <a:buClr>
                <a:srgbClr val="2B2F36"/>
              </a:buClr>
              <a:buFont typeface="+mj-lt"/>
              <a:buAutoNum type="arabicPeriod"/>
            </a:pPr>
            <a:r>
              <a:rPr lang="en-US" sz="1100" b="0" i="0" u="none" strike="noStrike" spc="0">
                <a:solidFill>
                  <a:srgbClr val="2B2F36"/>
                </a:solidFill>
                <a:latin typeface="Noto Sans SC"/>
                <a:ea typeface="Noto Sans SC"/>
                <a:cs typeface="Noto Sans SC"/>
                <a:sym typeface="Noto Sans SC"/>
              </a:rPr>
              <a:t>Click </a:t>
            </a:r>
            <a:r>
              <a:rPr lang="en-US" sz="1100" b="1" i="0" u="none" strike="noStrike" spc="0">
                <a:solidFill>
                  <a:srgbClr val="2B2F36"/>
                </a:solidFill>
                <a:latin typeface="Noto Sans SC"/>
                <a:ea typeface="Noto Sans SC"/>
                <a:cs typeface="Noto Sans SC"/>
                <a:sym typeface="Noto Sans SC"/>
              </a:rPr>
              <a:t>Cube</a:t>
            </a:r>
            <a:r>
              <a:rPr lang="en-US" sz="1100" b="0" i="0" u="none" strike="noStrike" spc="0">
                <a:solidFill>
                  <a:srgbClr val="2B2F36"/>
                </a:solidFill>
                <a:latin typeface="Noto Sans SC"/>
                <a:ea typeface="Noto Sans SC"/>
                <a:cs typeface="Noto Sans SC"/>
                <a:sym typeface="Noto Sans SC"/>
              </a:rPr>
              <a:t> FIRST (becomes Body 0 / parent)</a:t>
            </a:r>
          </a:p>
          <a:p>
            <a:pPr marL="139700" marR="0" indent="-139700" algn="l">
              <a:lnSpc>
                <a:spcPct val="125000"/>
              </a:lnSpc>
              <a:buClr>
                <a:srgbClr val="2B2F36"/>
              </a:buClr>
              <a:buFont typeface="+mj-lt"/>
              <a:buAutoNum type="arabicPeriod"/>
            </a:pPr>
            <a:r>
              <a:rPr lang="en-US" sz="1100" b="0" i="0" u="none" strike="noStrike" spc="0">
                <a:solidFill>
                  <a:srgbClr val="2B2F36"/>
                </a:solidFill>
                <a:latin typeface="Noto Sans SC"/>
                <a:ea typeface="Noto Sans SC"/>
                <a:cs typeface="Noto Sans SC"/>
                <a:sym typeface="Noto Sans SC"/>
              </a:rPr>
              <a:t>Hold </a:t>
            </a:r>
            <a:r>
              <a:rPr lang="en-US" sz="1100" b="1" i="0" u="none" strike="noStrike" spc="0">
                <a:solidFill>
                  <a:srgbClr val="2B2F36"/>
                </a:solidFill>
                <a:latin typeface="Noto Sans SC"/>
                <a:ea typeface="Noto Sans SC"/>
                <a:cs typeface="Noto Sans SC"/>
                <a:sym typeface="Noto Sans SC"/>
              </a:rPr>
              <a:t>Ctrl</a:t>
            </a:r>
            <a:r>
              <a:rPr lang="en-US" sz="1100" b="0" i="0" u="none" strike="noStrike" spc="0">
                <a:solidFill>
                  <a:srgbClr val="2B2F36"/>
                </a:solidFill>
                <a:latin typeface="Noto Sans SC"/>
                <a:ea typeface="Noto Sans SC"/>
                <a:cs typeface="Noto Sans SC"/>
                <a:sym typeface="Noto Sans SC"/>
              </a:rPr>
              <a:t>, click </a:t>
            </a:r>
            <a:r>
              <a:rPr lang="en-US" sz="1100" b="1" i="0" u="none" strike="noStrike" spc="0">
                <a:solidFill>
                  <a:srgbClr val="2B2F36"/>
                </a:solidFill>
                <a:latin typeface="Noto Sans SC"/>
                <a:ea typeface="Noto Sans SC"/>
                <a:cs typeface="Noto Sans SC"/>
                <a:sym typeface="Noto Sans SC"/>
              </a:rPr>
              <a:t>Front_Left_Wheel</a:t>
            </a:r>
            <a:r>
              <a:rPr lang="en-US" sz="1100" b="0" i="0" u="none" strike="noStrike" spc="0">
                <a:solidFill>
                  <a:srgbClr val="2B2F36"/>
                </a:solidFill>
                <a:latin typeface="Noto Sans SC"/>
                <a:ea typeface="Noto Sans SC"/>
                <a:cs typeface="Noto Sans SC"/>
                <a:sym typeface="Noto Sans SC"/>
              </a:rPr>
              <a:t> (becomes Body 1 / child)</a:t>
            </a:r>
          </a:p>
          <a:p>
            <a:pPr marL="139700" marR="0" indent="-139700" algn="l">
              <a:lnSpc>
                <a:spcPct val="125000"/>
              </a:lnSpc>
              <a:buClr>
                <a:srgbClr val="2B2F36"/>
              </a:buClr>
              <a:buFont typeface="+mj-lt"/>
              <a:buAutoNum type="arabicPeriod"/>
            </a:pPr>
            <a:r>
              <a:rPr lang="en-US" sz="1100" b="0" i="0" u="none" strike="noStrike" spc="0">
                <a:solidFill>
                  <a:srgbClr val="2B2F36"/>
                </a:solidFill>
                <a:latin typeface="Noto Sans SC"/>
                <a:ea typeface="Noto Sans SC"/>
                <a:cs typeface="Noto Sans SC"/>
                <a:sym typeface="Noto Sans SC"/>
              </a:rPr>
              <a:t>Right-click &gt; </a:t>
            </a:r>
            <a:r>
              <a:rPr lang="en-US" sz="1100" b="1" i="0" u="none" strike="noStrike" spc="0">
                <a:solidFill>
                  <a:srgbClr val="2B2F36"/>
                </a:solidFill>
                <a:latin typeface="Noto Sans SC"/>
                <a:ea typeface="Noto Sans SC"/>
                <a:cs typeface="Noto Sans SC"/>
                <a:sym typeface="Noto Sans SC"/>
              </a:rPr>
              <a:t>Create &gt; Physics &gt; Joint &gt; Revolute Joint</a:t>
            </a:r>
          </a:p>
        </p:txBody>
      </p:sp>
      <p:sp>
        <p:nvSpPr>
          <p:cNvPr id="9" name="Auto Shape 8"/>
          <p:cNvSpPr>
            <a:spLocks noGrp="1"/>
          </p:cNvSpPr>
          <p:nvPr/>
        </p:nvSpPr>
        <p:spPr>
          <a:xfrm>
            <a:off x="6350000" y="1143000"/>
            <a:ext cx="5080000" cy="2184400"/>
          </a:xfrm>
          <a:prstGeom prst="roundRect">
            <a:avLst>
              <a:gd name="adj" fmla="val 0"/>
            </a:avLst>
          </a:prstGeom>
          <a:solidFill>
            <a:srgbClr val="FFF3DC"/>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10" name="Auto Shape 9"/>
          <p:cNvSpPr>
            <a:spLocks noGrp="1"/>
          </p:cNvSpPr>
          <p:nvPr/>
        </p:nvSpPr>
        <p:spPr>
          <a:xfrm>
            <a:off x="6540500" y="1270000"/>
            <a:ext cx="4699000" cy="1968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100" b="1" i="0" u="none" strike="noStrike" spc="0">
                <a:solidFill>
                  <a:srgbClr val="78460A"/>
                </a:solidFill>
                <a:latin typeface="Noto Sans SC"/>
                <a:ea typeface="Noto Sans SC"/>
                <a:cs typeface="Noto Sans SC"/>
                <a:sym typeface="Noto Sans SC"/>
              </a:rPr>
              <a:t>Why select Cube first?</a:t>
            </a:r>
          </a:p>
          <a:p>
            <a:pPr marL="0" marR="0" algn="l">
              <a:lnSpc>
                <a:spcPct val="125000"/>
              </a:lnSpc>
            </a:pPr>
            <a:r>
              <a:rPr lang="en-US" sz="1100" b="0" i="0" u="none" strike="noStrike" spc="0">
                <a:solidFill>
                  <a:srgbClr val="78460A"/>
                </a:solidFill>
                <a:latin typeface="Noto Sans SC"/>
                <a:ea typeface="Noto Sans SC"/>
                <a:cs typeface="Noto Sans SC"/>
                <a:sym typeface="Noto Sans SC"/>
              </a:rPr>
              <a:t>This lets Isaac Sim </a:t>
            </a:r>
            <a:r>
              <a:rPr lang="en-US" sz="1100" b="1" i="0" u="none" strike="noStrike" spc="0">
                <a:solidFill>
                  <a:srgbClr val="78460A"/>
                </a:solidFill>
                <a:latin typeface="Noto Sans SC"/>
                <a:ea typeface="Noto Sans SC"/>
                <a:cs typeface="Noto Sans SC"/>
                <a:sym typeface="Noto Sans SC"/>
              </a:rPr>
              <a:t>auto-compute</a:t>
            </a:r>
            <a:r>
              <a:rPr lang="en-US" sz="1100" b="0" i="0" u="none" strike="noStrike" spc="0">
                <a:solidFill>
                  <a:srgbClr val="78460A"/>
                </a:solidFill>
                <a:latin typeface="Noto Sans SC"/>
                <a:ea typeface="Noto Sans SC"/>
                <a:cs typeface="Noto Sans SC"/>
                <a:sym typeface="Noto Sans SC"/>
              </a:rPr>
              <a:t> the joint's local position on both bodies. You do NOT need to manually type Local Position values — they are set automatically when you select both bodies in this order.</a:t>
            </a:r>
          </a:p>
          <a:p>
            <a:pPr marL="0" marR="0" algn="l">
              <a:lnSpc>
                <a:spcPct val="125000"/>
              </a:lnSpc>
            </a:pPr>
            <a:endParaRPr sz="1100"/>
          </a:p>
          <a:p>
            <a:pPr marL="0" marR="0" algn="l">
              <a:lnSpc>
                <a:spcPct val="125000"/>
              </a:lnSpc>
            </a:pPr>
            <a:r>
              <a:rPr lang="en-US" sz="1100" b="0" i="0" u="none" strike="noStrike" spc="0">
                <a:solidFill>
                  <a:srgbClr val="78460A"/>
                </a:solidFill>
                <a:latin typeface="Noto Sans SC"/>
                <a:ea typeface="Noto Sans SC"/>
                <a:cs typeface="Noto Sans SC"/>
                <a:sym typeface="Noto Sans SC"/>
              </a:rPr>
              <a:t>If wheels snap to center on Play: you likely selected in wrong order, or changed Local Position manually. Delete the joint and redo Step 1.</a:t>
            </a:r>
          </a:p>
        </p:txBody>
      </p:sp>
      <p:cxnSp>
        <p:nvCxnSpPr>
          <p:cNvPr id="11" name="Connector"/>
          <p:cNvCxnSpPr/>
          <p:nvPr/>
        </p:nvCxnSpPr>
        <p:spPr>
          <a:xfrm rot="-4092">
            <a:off x="762004" y="3486150"/>
            <a:ext cx="10668000" cy="12700"/>
          </a:xfrm>
          <a:prstGeom prst="straightConnector1">
            <a:avLst/>
          </a:prstGeom>
          <a:solidFill>
            <a:srgbClr val="DEE0E3"/>
          </a:solidFill>
          <a:ln w="12700" cap="flat" cmpd="sng">
            <a:solidFill>
              <a:srgbClr val="DCDCDC"/>
            </a:solidFill>
            <a:round/>
          </a:ln>
        </p:spPr>
      </p:cxnSp>
      <p:sp>
        <p:nvSpPr>
          <p:cNvPr id="12" name="Auto Shape 11"/>
          <p:cNvSpPr>
            <a:spLocks noGrp="1"/>
          </p:cNvSpPr>
          <p:nvPr/>
        </p:nvSpPr>
        <p:spPr>
          <a:xfrm>
            <a:off x="762000" y="3619500"/>
            <a:ext cx="10668000" cy="254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0D1326"/>
                </a:solidFill>
                <a:latin typeface="Noto Sans SC"/>
                <a:ea typeface="Noto Sans SC"/>
                <a:cs typeface="Noto Sans SC"/>
                <a:sym typeface="Noto Sans SC"/>
              </a:rPr>
              <a:t>Step 2: Fix the joint orientation in Property panel (defaults are wrong):</a:t>
            </a:r>
          </a:p>
        </p:txBody>
      </p:sp>
      <p:sp>
        <p:nvSpPr>
          <p:cNvPr id="13" name="Auto Shape 12"/>
          <p:cNvSpPr>
            <a:spLocks noGrp="1"/>
          </p:cNvSpPr>
          <p:nvPr/>
        </p:nvSpPr>
        <p:spPr>
          <a:xfrm>
            <a:off x="762000" y="3937000"/>
            <a:ext cx="10668000" cy="1016000"/>
          </a:xfrm>
          <a:prstGeom prst="roundRect">
            <a:avLst>
              <a:gd name="adj" fmla="val 0"/>
            </a:avLst>
          </a:prstGeom>
          <a:solidFill>
            <a:srgbClr val="1E2332"/>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14" name="Auto Shape 13"/>
          <p:cNvSpPr>
            <a:spLocks noGrp="1"/>
          </p:cNvSpPr>
          <p:nvPr/>
        </p:nvSpPr>
        <p:spPr>
          <a:xfrm>
            <a:off x="1016000" y="4038600"/>
            <a:ext cx="10160000" cy="825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200" b="0" i="0" u="none" strike="noStrike" spc="0">
                <a:solidFill>
                  <a:srgbClr val="C8DCFF"/>
                </a:solidFill>
                <a:latin typeface="Consolas"/>
                <a:ea typeface="Consolas"/>
                <a:cs typeface="Consolas"/>
                <a:sym typeface="Consolas"/>
              </a:rPr>
              <a:t>Axis: change from X to </a:t>
            </a:r>
            <a:r>
              <a:rPr lang="en-US" sz="1200" b="1" i="0" u="none" strike="noStrike" spc="0">
                <a:solidFill>
                  <a:srgbClr val="C8DCFF"/>
                </a:solidFill>
                <a:latin typeface="Consolas"/>
                <a:ea typeface="Consolas"/>
                <a:cs typeface="Consolas"/>
                <a:sym typeface="Consolas"/>
              </a:rPr>
              <a:t>Y</a:t>
            </a:r>
            <a:r>
              <a:rPr lang="en-US" sz="1200" b="0" i="0" u="none" strike="noStrike" spc="0">
                <a:solidFill>
                  <a:srgbClr val="C8DCFF"/>
                </a:solidFill>
                <a:latin typeface="Consolas"/>
                <a:ea typeface="Consolas"/>
                <a:cs typeface="Consolas"/>
                <a:sym typeface="Consolas"/>
              </a:rPr>
              <a:t> (default points up; Y = wheel spin axis)</a:t>
            </a:r>
          </a:p>
          <a:p>
            <a:pPr marL="0" marR="0" algn="l">
              <a:lnSpc>
                <a:spcPct val="133333"/>
              </a:lnSpc>
            </a:pPr>
            <a:r>
              <a:rPr lang="en-US" sz="1200" b="0" i="0" u="none" strike="noStrike" spc="0">
                <a:solidFill>
                  <a:srgbClr val="C8DCFF"/>
                </a:solidFill>
                <a:latin typeface="Consolas"/>
                <a:ea typeface="Consolas"/>
                <a:cs typeface="Consolas"/>
                <a:sym typeface="Consolas"/>
              </a:rPr>
              <a:t>Local Rotation 0: set to </a:t>
            </a:r>
            <a:r>
              <a:rPr lang="en-US" sz="1200" b="1" i="0" u="none" strike="noStrike" spc="0">
                <a:solidFill>
                  <a:srgbClr val="C8DCFF"/>
                </a:solidFill>
                <a:latin typeface="Consolas"/>
                <a:ea typeface="Consolas"/>
                <a:cs typeface="Consolas"/>
                <a:sym typeface="Consolas"/>
              </a:rPr>
              <a:t>(0, 0, 0)</a:t>
            </a:r>
            <a:r>
              <a:rPr lang="en-US" sz="1200" b="0" i="0" u="none" strike="noStrike" spc="0">
                <a:solidFill>
                  <a:srgbClr val="C8DCFF"/>
                </a:solidFill>
                <a:latin typeface="Consolas"/>
                <a:ea typeface="Consolas"/>
                <a:cs typeface="Consolas"/>
                <a:sym typeface="Consolas"/>
              </a:rPr>
              <a:t> (aligns joint with wheel orientation)</a:t>
            </a:r>
          </a:p>
          <a:p>
            <a:pPr marL="0" marR="0" algn="l">
              <a:lnSpc>
                <a:spcPct val="133333"/>
              </a:lnSpc>
            </a:pPr>
            <a:r>
              <a:rPr lang="en-US" sz="1200" b="0" i="0" u="none" strike="noStrike" spc="0">
                <a:solidFill>
                  <a:srgbClr val="C8DCFF"/>
                </a:solidFill>
                <a:latin typeface="Consolas"/>
                <a:ea typeface="Consolas"/>
                <a:cs typeface="Consolas"/>
                <a:sym typeface="Consolas"/>
              </a:rPr>
              <a:t>Local Rotation 1: set to </a:t>
            </a:r>
            <a:r>
              <a:rPr lang="en-US" sz="1200" b="1" i="0" u="none" strike="noStrike" spc="0">
                <a:solidFill>
                  <a:srgbClr val="C8DCFF"/>
                </a:solidFill>
                <a:latin typeface="Consolas"/>
                <a:ea typeface="Consolas"/>
                <a:cs typeface="Consolas"/>
                <a:sym typeface="Consolas"/>
              </a:rPr>
              <a:t>(-90, 0, 0)</a:t>
            </a:r>
            <a:r>
              <a:rPr lang="en-US" sz="1200" b="0" i="0" u="none" strike="noStrike" spc="0">
                <a:solidFill>
                  <a:srgbClr val="C8DCFF"/>
                </a:solidFill>
                <a:latin typeface="Consolas"/>
                <a:ea typeface="Consolas"/>
                <a:cs typeface="Consolas"/>
                <a:sym typeface="Consolas"/>
              </a:rPr>
              <a:t> (fixes blue Z arrow mismatch)</a:t>
            </a:r>
          </a:p>
        </p:txBody>
      </p:sp>
      <p:sp>
        <p:nvSpPr>
          <p:cNvPr id="15" name="Auto Shape 14"/>
          <p:cNvSpPr>
            <a:spLocks noGrp="1"/>
          </p:cNvSpPr>
          <p:nvPr/>
        </p:nvSpPr>
        <p:spPr>
          <a:xfrm>
            <a:off x="762000" y="5080000"/>
            <a:ext cx="10668000" cy="1397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100" b="1" i="0" u="none" strike="noStrike" spc="0">
                <a:solidFill>
                  <a:srgbClr val="2B2F36"/>
                </a:solidFill>
                <a:latin typeface="Noto Sans SC"/>
                <a:ea typeface="Noto Sans SC"/>
                <a:cs typeface="Noto Sans SC"/>
                <a:sym typeface="Noto Sans SC"/>
              </a:rPr>
              <a:t>Step 3:</a:t>
            </a:r>
            <a:r>
              <a:rPr lang="en-US" sz="1100" b="0" i="0" u="none" strike="noStrike" spc="0">
                <a:solidFill>
                  <a:srgbClr val="2B2F36"/>
                </a:solidFill>
                <a:latin typeface="Noto Sans SC"/>
                <a:ea typeface="Noto Sans SC"/>
                <a:cs typeface="Noto Sans SC"/>
                <a:sym typeface="Noto Sans SC"/>
              </a:rPr>
              <a:t> Click away from the joint, then click it again to refresh the gizmo. Verify red X and blue Z arrows align with the wheel. Rename to </a:t>
            </a:r>
            <a:r>
              <a:rPr lang="en-US" sz="1100" b="1" i="0" u="none" strike="noStrike" spc="0">
                <a:solidFill>
                  <a:srgbClr val="2B2F36"/>
                </a:solidFill>
                <a:latin typeface="Noto Sans SC"/>
                <a:ea typeface="Noto Sans SC"/>
                <a:cs typeface="Noto Sans SC"/>
                <a:sym typeface="Noto Sans SC"/>
              </a:rPr>
              <a:t>Front_Left_Joint</a:t>
            </a:r>
            <a:r>
              <a:rPr lang="en-US" sz="1100" b="0" i="0" u="none" strike="noStrike" spc="0">
                <a:solidFill>
                  <a:srgbClr val="2B2F36"/>
                </a:solidFill>
                <a:latin typeface="Noto Sans SC"/>
                <a:ea typeface="Noto Sans SC"/>
                <a:cs typeface="Noto Sans SC"/>
                <a:sym typeface="Noto Sans SC"/>
              </a:rPr>
              <a:t>.</a:t>
            </a:r>
          </a:p>
          <a:p>
            <a:pPr marL="0" marR="0" algn="l">
              <a:lnSpc>
                <a:spcPct val="125000"/>
              </a:lnSpc>
            </a:pPr>
            <a:r>
              <a:rPr lang="en-US" sz="1100" b="1" i="0" u="none" strike="noStrike" spc="0">
                <a:solidFill>
                  <a:srgbClr val="2B2F36"/>
                </a:solidFill>
                <a:latin typeface="Noto Sans SC"/>
                <a:ea typeface="Noto Sans SC"/>
                <a:cs typeface="Noto Sans SC"/>
                <a:sym typeface="Noto Sans SC"/>
              </a:rPr>
              <a:t>Step 4:</a:t>
            </a:r>
            <a:r>
              <a:rPr lang="en-US" sz="1100" b="0" i="0" u="none" strike="noStrike" spc="0">
                <a:solidFill>
                  <a:srgbClr val="2B2F36"/>
                </a:solidFill>
                <a:latin typeface="Noto Sans SC"/>
                <a:ea typeface="Noto Sans SC"/>
                <a:cs typeface="Noto Sans SC"/>
                <a:sym typeface="Noto Sans SC"/>
              </a:rPr>
              <a:t> Repeat Steps 0-3 for all 4 wheels. Then </a:t>
            </a:r>
            <a:r>
              <a:rPr lang="en-US" sz="1100" b="1" i="0" u="none" strike="noStrike" spc="0">
                <a:solidFill>
                  <a:srgbClr val="2B2F36"/>
                </a:solidFill>
                <a:latin typeface="Noto Sans SC"/>
                <a:ea typeface="Noto Sans SC"/>
                <a:cs typeface="Noto Sans SC"/>
                <a:sym typeface="Noto Sans SC"/>
              </a:rPr>
              <a:t>move the robot down to the ground plane</a:t>
            </a:r>
            <a:r>
              <a:rPr lang="en-US" sz="1100" b="0" i="0" u="none" strike="noStrike" spc="0">
                <a:solidFill>
                  <a:srgbClr val="2B2F36"/>
                </a:solidFill>
                <a:latin typeface="Noto Sans SC"/>
                <a:ea typeface="Noto Sans SC"/>
                <a:cs typeface="Noto Sans SC"/>
                <a:sym typeface="Noto Sans SC"/>
              </a:rPr>
              <a:t> (lower SimpleRobot Z back to 0, or use the viewport).</a:t>
            </a:r>
          </a:p>
          <a:p>
            <a:pPr marL="0" marR="0" algn="l">
              <a:lnSpc>
                <a:spcPct val="125000"/>
              </a:lnSpc>
            </a:pPr>
            <a:r>
              <a:rPr lang="en-US" sz="1100" b="1" i="0" u="none" strike="noStrike" spc="0">
                <a:solidFill>
                  <a:srgbClr val="2B2F36"/>
                </a:solidFill>
                <a:latin typeface="Noto Sans SC"/>
                <a:ea typeface="Noto Sans SC"/>
                <a:cs typeface="Noto Sans SC"/>
                <a:sym typeface="Noto Sans SC"/>
              </a:rPr>
              <a:t>Step 5:</a:t>
            </a:r>
            <a:r>
              <a:rPr lang="en-US" sz="1100" b="0" i="0" u="none" strike="noStrike" spc="0">
                <a:solidFill>
                  <a:srgbClr val="2B2F36"/>
                </a:solidFill>
                <a:latin typeface="Noto Sans SC"/>
                <a:ea typeface="Noto Sans SC"/>
                <a:cs typeface="Noto Sans SC"/>
                <a:sym typeface="Noto Sans SC"/>
              </a:rPr>
              <a:t> Right-click the </a:t>
            </a:r>
            <a:r>
              <a:rPr lang="en-US" sz="1100" b="1" i="0" u="none" strike="noStrike" spc="0">
                <a:solidFill>
                  <a:srgbClr val="2B2F36"/>
                </a:solidFill>
                <a:latin typeface="Noto Sans SC"/>
                <a:ea typeface="Noto Sans SC"/>
                <a:cs typeface="Noto Sans SC"/>
                <a:sym typeface="Noto Sans SC"/>
              </a:rPr>
              <a:t>rear joint</a:t>
            </a:r>
            <a:r>
              <a:rPr lang="en-US" sz="1100" b="0" i="0" u="none" strike="noStrike" spc="0">
                <a:solidFill>
                  <a:srgbClr val="2B2F36"/>
                </a:solidFill>
                <a:latin typeface="Noto Sans SC"/>
                <a:ea typeface="Noto Sans SC"/>
                <a:cs typeface="Noto Sans SC"/>
                <a:sym typeface="Noto Sans SC"/>
              </a:rPr>
              <a:t> &gt; </a:t>
            </a:r>
            <a:r>
              <a:rPr lang="en-US" sz="1100" b="1" i="0" u="none" strike="noStrike" spc="0">
                <a:solidFill>
                  <a:srgbClr val="2B2F36"/>
                </a:solidFill>
                <a:latin typeface="Noto Sans SC"/>
                <a:ea typeface="Noto Sans SC"/>
                <a:cs typeface="Noto Sans SC"/>
                <a:sym typeface="Noto Sans SC"/>
              </a:rPr>
              <a:t>Add &gt; Physics &gt; Angular Drive</a:t>
            </a:r>
            <a:r>
              <a:rPr lang="en-US" sz="1100" b="0" i="0" u="none" strike="noStrike" spc="0">
                <a:solidFill>
                  <a:srgbClr val="2B2F36"/>
                </a:solidFill>
                <a:latin typeface="Noto Sans SC"/>
                <a:ea typeface="Noto Sans SC"/>
                <a:cs typeface="Noto Sans SC"/>
                <a:sym typeface="Noto Sans SC"/>
              </a:rPr>
              <a:t> &gt; set </a:t>
            </a:r>
            <a:r>
              <a:rPr lang="en-US" sz="1100" b="1" i="0" u="none" strike="noStrike" spc="0">
                <a:solidFill>
                  <a:srgbClr val="2B2F36"/>
                </a:solidFill>
                <a:latin typeface="Noto Sans SC"/>
                <a:ea typeface="Noto Sans SC"/>
                <a:cs typeface="Noto Sans SC"/>
                <a:sym typeface="Noto Sans SC"/>
              </a:rPr>
              <a:t>Damping = 10000</a:t>
            </a:r>
            <a:r>
              <a:rPr lang="en-US" sz="1100" b="0" i="0" u="none" strike="noStrike" spc="0">
                <a:solidFill>
                  <a:srgbClr val="2B2F36"/>
                </a:solidFill>
                <a:latin typeface="Noto Sans SC"/>
                <a:ea typeface="Noto Sans SC"/>
                <a:cs typeface="Noto Sans SC"/>
                <a:sym typeface="Noto Sans SC"/>
              </a:rPr>
              <a:t>, </a:t>
            </a:r>
            <a:r>
              <a:rPr lang="en-US" sz="1100" b="1" i="0" u="none" strike="noStrike" spc="0">
                <a:solidFill>
                  <a:srgbClr val="2B2F36"/>
                </a:solidFill>
                <a:latin typeface="Noto Sans SC"/>
                <a:ea typeface="Noto Sans SC"/>
                <a:cs typeface="Noto Sans SC"/>
                <a:sym typeface="Noto Sans SC"/>
              </a:rPr>
              <a:t>Target Velocity = 50</a:t>
            </a:r>
            <a:r>
              <a:rPr lang="en-US" sz="1100" b="0" i="0" u="none" strike="noStrike" spc="0">
                <a:solidFill>
                  <a:srgbClr val="2B2F36"/>
                </a:solidFill>
                <a:latin typeface="Noto Sans SC"/>
                <a:ea typeface="Noto Sans SC"/>
                <a:cs typeface="Noto Sans SC"/>
                <a:sym typeface="Noto Sans SC"/>
              </a:rPr>
              <a:t>. Repeat for the other rear joint. Press Play — robot moves forward.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381000"/>
            <a:ext cx="10668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MODULE 1 · STEP 6</a:t>
            </a:r>
          </a:p>
        </p:txBody>
      </p:sp>
      <p:sp>
        <p:nvSpPr>
          <p:cNvPr id="3" name="Auto Shape 2"/>
          <p:cNvSpPr>
            <a:spLocks noGrp="1"/>
          </p:cNvSpPr>
          <p:nvPr/>
        </p:nvSpPr>
        <p:spPr>
          <a:xfrm>
            <a:off x="762000" y="698500"/>
            <a:ext cx="10668000" cy="406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200" b="1" i="0" u="none" strike="noStrike" spc="0">
                <a:solidFill>
                  <a:srgbClr val="0D1326"/>
                </a:solidFill>
                <a:latin typeface="Noto Sans SC"/>
                <a:ea typeface="Noto Sans SC"/>
                <a:cs typeface="Noto Sans SC"/>
                <a:sym typeface="Noto Sans SC"/>
              </a:rPr>
              <a:t>Add Articulation Root and press Play</a:t>
            </a:r>
          </a:p>
        </p:txBody>
      </p:sp>
      <p:cxnSp>
        <p:nvCxnSpPr>
          <p:cNvPr id="4" name="Connector"/>
          <p:cNvCxnSpPr/>
          <p:nvPr/>
        </p:nvCxnSpPr>
        <p:spPr>
          <a:xfrm rot="-4092">
            <a:off x="762004" y="1263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460500"/>
            <a:ext cx="10668000" cy="279400"/>
          </a:xfrm>
          <a:prstGeom prst="roundRect">
            <a:avLst>
              <a:gd name="adj" fmla="val 0"/>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0D1326"/>
                </a:solidFill>
                <a:latin typeface="Noto Sans SC"/>
                <a:ea typeface="Noto Sans SC"/>
                <a:cs typeface="Noto Sans SC"/>
                <a:sym typeface="Noto Sans SC"/>
              </a:rPr>
              <a:t>Mark the SimpleRobot xform as Articulation Root (this is NOT a checkbox under Rigid Body — you must ADD it to the parent xform, not the cube)</a:t>
            </a:r>
          </a:p>
        </p:txBody>
      </p:sp>
      <p:sp>
        <p:nvSpPr>
          <p:cNvPr id="6" name="Auto Shape 5"/>
          <p:cNvSpPr>
            <a:spLocks noGrp="1"/>
          </p:cNvSpPr>
          <p:nvPr/>
        </p:nvSpPr>
        <p:spPr>
          <a:xfrm>
            <a:off x="762000" y="1841500"/>
            <a:ext cx="5080000" cy="1651000"/>
          </a:xfrm>
          <a:prstGeom prst="roundRect">
            <a:avLst>
              <a:gd name="adj" fmla="val 0"/>
            </a:avLst>
          </a:prstGeom>
          <a:noFill/>
          <a:ln w="12700" cap="flat" cmpd="sng">
            <a:noFill/>
            <a:round/>
          </a:ln>
        </p:spPr>
        <p:txBody>
          <a:bodyPr vert="horz" wrap="square" lIns="0" tIns="0" rIns="0" bIns="0" rtlCol="0" anchor="ctr">
            <a:noAutofit/>
          </a:bodyPr>
          <a:lstStyle>
            <a:lvl1pPr algn="l"/>
          </a:lstStyle>
          <a:p>
            <a:pPr marL="3048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In the </a:t>
            </a:r>
            <a:r>
              <a:rPr lang="en-US" sz="1200" b="1" i="0" u="none" strike="noStrike" spc="0">
                <a:solidFill>
                  <a:srgbClr val="2B2F36"/>
                </a:solidFill>
                <a:latin typeface="Noto Sans SC"/>
                <a:ea typeface="Noto Sans SC"/>
                <a:cs typeface="Noto Sans SC"/>
                <a:sym typeface="Noto Sans SC"/>
              </a:rPr>
              <a:t>Stage</a:t>
            </a:r>
            <a:r>
              <a:rPr lang="en-US" sz="1200" b="0" i="0" u="none" strike="noStrike" spc="0">
                <a:solidFill>
                  <a:srgbClr val="2B2F36"/>
                </a:solidFill>
                <a:latin typeface="Noto Sans SC"/>
                <a:ea typeface="Noto Sans SC"/>
                <a:cs typeface="Noto Sans SC"/>
                <a:sym typeface="Noto Sans SC"/>
              </a:rPr>
              <a:t> panel, right-click the </a:t>
            </a:r>
            <a:r>
              <a:rPr lang="en-US" sz="1200" b="1" i="0" u="none" strike="noStrike" spc="0">
                <a:solidFill>
                  <a:srgbClr val="2B2F36"/>
                </a:solidFill>
                <a:latin typeface="Noto Sans SC"/>
                <a:ea typeface="Noto Sans SC"/>
                <a:cs typeface="Noto Sans SC"/>
                <a:sym typeface="Noto Sans SC"/>
              </a:rPr>
              <a:t>SimpleRobot xform</a:t>
            </a:r>
            <a:r>
              <a:rPr lang="en-US" sz="1200" b="0" i="0" u="none" strike="noStrike" spc="0">
                <a:solidFill>
                  <a:srgbClr val="2B2F36"/>
                </a:solidFill>
                <a:latin typeface="Noto Sans SC"/>
                <a:ea typeface="Noto Sans SC"/>
                <a:cs typeface="Noto Sans SC"/>
                <a:sym typeface="Noto Sans SC"/>
              </a:rPr>
              <a:t> (the parent of chassis + wheels) — NOT the chassis cube</a:t>
            </a:r>
          </a:p>
          <a:p>
            <a:pPr marL="3048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Select </a:t>
            </a:r>
            <a:r>
              <a:rPr lang="en-US" sz="1200" b="1" i="0" u="none" strike="noStrike" spc="0">
                <a:solidFill>
                  <a:srgbClr val="2B2F36"/>
                </a:solidFill>
                <a:latin typeface="Noto Sans SC"/>
                <a:ea typeface="Noto Sans SC"/>
                <a:cs typeface="Noto Sans SC"/>
                <a:sym typeface="Noto Sans SC"/>
              </a:rPr>
              <a:t>Add &gt; Physics &gt; Articulation Root</a:t>
            </a:r>
          </a:p>
          <a:p>
            <a:pPr marL="3048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A "Physics Articulation Root" section appears in Property — done</a:t>
            </a:r>
          </a:p>
          <a:p>
            <a:pPr marL="3048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This tells physics to treat chassis + 4 wheels as one connected mechanism</a:t>
            </a:r>
          </a:p>
        </p:txBody>
      </p:sp>
      <p:sp>
        <p:nvSpPr>
          <p:cNvPr id="7" name="Auto Shape 6"/>
          <p:cNvSpPr>
            <a:spLocks noGrp="1"/>
          </p:cNvSpPr>
          <p:nvPr/>
        </p:nvSpPr>
        <p:spPr>
          <a:xfrm>
            <a:off x="6223000" y="1841500"/>
            <a:ext cx="5207000" cy="1651000"/>
          </a:xfrm>
          <a:prstGeom prst="roundRect">
            <a:avLst>
              <a:gd name="adj" fmla="val 0"/>
            </a:avLst>
          </a:prstGeom>
          <a:solidFill>
            <a:srgbClr val="FFF8DC"/>
          </a:solidFill>
          <a:ln w="12700" cap="flat" cmpd="sng">
            <a:noFill/>
            <a:round/>
          </a:ln>
        </p:spPr>
        <p:txBody>
          <a:bodyPr vert="horz" wrap="square" lIns="0" tIns="0" rIns="0" bIns="0" rtlCol="0" anchor="ctr">
            <a:noAutofit/>
          </a:bodyPr>
          <a:lstStyle>
            <a:lvl1pPr algn="ctr"/>
          </a:lstStyle>
          <a:p>
            <a:pPr marR="0" algn="ctr">
              <a:lnSpc>
                <a:spcPct val="100000"/>
              </a:lnSpc>
            </a:pPr>
            <a:r>
              <a:rPr lang="en-US" sz="1400" b="0" i="0" u="none" strike="noStrike" spc="0">
                <a:solidFill>
                  <a:srgbClr val="000000"/>
                </a:solidFill>
                <a:latin typeface="Arial"/>
                <a:ea typeface="Arial"/>
                <a:cs typeface="Arial"/>
                <a:sym typeface="Arial"/>
              </a:rPr>
              <a:t> </a:t>
            </a:r>
          </a:p>
        </p:txBody>
      </p:sp>
      <p:sp>
        <p:nvSpPr>
          <p:cNvPr id="8" name="Auto Shape 7"/>
          <p:cNvSpPr>
            <a:spLocks noGrp="1"/>
          </p:cNvSpPr>
          <p:nvPr/>
        </p:nvSpPr>
        <p:spPr>
          <a:xfrm>
            <a:off x="6413500" y="1968500"/>
            <a:ext cx="4826000" cy="1460500"/>
          </a:xfrm>
          <a:prstGeom prst="roundRect">
            <a:avLst>
              <a:gd name="adj" fmla="val 0"/>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100" b="1" i="0" u="none" strike="noStrike" spc="0">
                <a:solidFill>
                  <a:srgbClr val="644614"/>
                </a:solidFill>
                <a:latin typeface="Noto Sans SC"/>
                <a:ea typeface="Noto Sans SC"/>
                <a:cs typeface="Noto Sans SC"/>
                <a:sym typeface="Noto Sans SC"/>
              </a:rPr>
              <a:t>Why the xform and not the cube?</a:t>
            </a:r>
          </a:p>
          <a:p>
            <a:pPr marL="0" marR="0" algn="l">
              <a:lnSpc>
                <a:spcPct val="125000"/>
              </a:lnSpc>
            </a:pPr>
            <a:r>
              <a:rPr lang="en-US" sz="1100" b="0" i="0" u="none" strike="noStrike" spc="0">
                <a:solidFill>
                  <a:srgbClr val="644614"/>
                </a:solidFill>
                <a:latin typeface="Noto Sans SC"/>
                <a:ea typeface="Noto Sans SC"/>
                <a:cs typeface="Noto Sans SC"/>
                <a:sym typeface="Noto Sans SC"/>
              </a:rPr>
              <a:t>The Articulation Root must be the top of the robot hierarchy so the controller can find all joints under it. Official tutorial: right-click </a:t>
            </a:r>
            <a:r>
              <a:rPr lang="en-US" sz="1100" b="1" i="0" u="none" strike="noStrike" spc="0">
                <a:solidFill>
                  <a:srgbClr val="644614"/>
                </a:solidFill>
                <a:latin typeface="Noto Sans SC"/>
                <a:ea typeface="Noto Sans SC"/>
                <a:cs typeface="Noto Sans SC"/>
                <a:sym typeface="Noto Sans SC"/>
              </a:rPr>
              <a:t>SimpleRobot</a:t>
            </a:r>
            <a:r>
              <a:rPr lang="en-US" sz="1100" b="0" i="0" u="none" strike="noStrike" spc="0">
                <a:solidFill>
                  <a:srgbClr val="644614"/>
                </a:solidFill>
                <a:latin typeface="Noto Sans SC"/>
                <a:ea typeface="Noto Sans SC"/>
                <a:cs typeface="Noto Sans SC"/>
                <a:sym typeface="Noto Sans SC"/>
              </a:rPr>
              <a:t> &gt; Add &gt; Physics &gt; Articulation Root. Then press </a:t>
            </a:r>
            <a:r>
              <a:rPr lang="en-US" sz="1100" b="1" i="0" u="none" strike="noStrike" spc="0">
                <a:solidFill>
                  <a:srgbClr val="644614"/>
                </a:solidFill>
                <a:latin typeface="Noto Sans SC"/>
                <a:ea typeface="Noto Sans SC"/>
                <a:cs typeface="Noto Sans SC"/>
                <a:sym typeface="Noto Sans SC"/>
              </a:rPr>
              <a:t>Play</a:t>
            </a:r>
            <a:r>
              <a:rPr lang="en-US" sz="1100" b="0" i="0" u="none" strike="noStrike" spc="0">
                <a:solidFill>
                  <a:srgbClr val="644614"/>
                </a:solidFill>
                <a:latin typeface="Noto Sans SC"/>
                <a:ea typeface="Noto Sans SC"/>
                <a:cs typeface="Noto Sans SC"/>
                <a:sym typeface="Noto Sans SC"/>
              </a:rPr>
              <a:t>.</a:t>
            </a:r>
          </a:p>
        </p:txBody>
      </p:sp>
      <p:cxnSp>
        <p:nvCxnSpPr>
          <p:cNvPr id="9" name="Connector"/>
          <p:cNvCxnSpPr/>
          <p:nvPr/>
        </p:nvCxnSpPr>
        <p:spPr>
          <a:xfrm rot="-4092">
            <a:off x="762004" y="3676650"/>
            <a:ext cx="10668000" cy="12700"/>
          </a:xfrm>
          <a:prstGeom prst="straightConnector1">
            <a:avLst/>
          </a:prstGeom>
          <a:solidFill>
            <a:srgbClr val="DEE0E3"/>
          </a:solidFill>
          <a:ln w="12700" cap="flat" cmpd="sng">
            <a:solidFill>
              <a:srgbClr val="DCDCDC"/>
            </a:solidFill>
            <a:round/>
          </a:ln>
        </p:spPr>
      </p:cxnSp>
      <p:sp>
        <p:nvSpPr>
          <p:cNvPr id="10" name="Auto Shape 9"/>
          <p:cNvSpPr>
            <a:spLocks noGrp="1"/>
          </p:cNvSpPr>
          <p:nvPr/>
        </p:nvSpPr>
        <p:spPr>
          <a:xfrm>
            <a:off x="762000" y="3873500"/>
            <a:ext cx="10668000" cy="571500"/>
          </a:xfrm>
          <a:prstGeom prst="roundRect">
            <a:avLst>
              <a:gd name="adj" fmla="val 0"/>
            </a:avLst>
          </a:prstGeom>
          <a:solidFill>
            <a:srgbClr val="DCF0FF"/>
          </a:solidFill>
          <a:ln w="12700" cap="flat" cmpd="sng">
            <a:noFill/>
            <a:round/>
          </a:ln>
        </p:spPr>
        <p:txBody>
          <a:bodyPr vert="horz" wrap="square" lIns="0" tIns="0" rIns="0" bIns="0" rtlCol="0" anchor="ctr">
            <a:noAutofit/>
          </a:bodyPr>
          <a:lstStyle>
            <a:lvl1pPr algn="ctr"/>
          </a:lstStyle>
          <a:p>
            <a:pPr marR="0" algn="ctr">
              <a:lnSpc>
                <a:spcPct val="100000"/>
              </a:lnSpc>
            </a:pPr>
            <a:r>
              <a:rPr lang="en-US" sz="1400" b="0" i="0" u="none" strike="noStrike" spc="0">
                <a:solidFill>
                  <a:srgbClr val="000000"/>
                </a:solidFill>
                <a:latin typeface="Arial"/>
                <a:ea typeface="Arial"/>
                <a:cs typeface="Arial"/>
                <a:sym typeface="Arial"/>
              </a:rPr>
              <a:t> </a:t>
            </a:r>
          </a:p>
        </p:txBody>
      </p:sp>
      <p:sp>
        <p:nvSpPr>
          <p:cNvPr id="11" name="Auto Shape 10"/>
          <p:cNvSpPr>
            <a:spLocks noGrp="1"/>
          </p:cNvSpPr>
          <p:nvPr/>
        </p:nvSpPr>
        <p:spPr>
          <a:xfrm>
            <a:off x="1016000" y="3975100"/>
            <a:ext cx="10160000" cy="406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0" i="0" u="none" strike="noStrike" spc="0">
                <a:solidFill>
                  <a:srgbClr val="143C78"/>
                </a:solidFill>
                <a:latin typeface="Noto Sans SC"/>
                <a:ea typeface="Noto Sans SC"/>
                <a:cs typeface="Noto Sans SC"/>
                <a:sym typeface="Noto Sans SC"/>
              </a:rPr>
              <a:t>The robot drops to the ground and </a:t>
            </a:r>
            <a:r>
              <a:rPr lang="en-US" sz="1300" b="1" i="0" u="none" strike="noStrike" spc="0">
                <a:solidFill>
                  <a:srgbClr val="143C78"/>
                </a:solidFill>
                <a:latin typeface="Noto Sans SC"/>
                <a:ea typeface="Noto Sans SC"/>
                <a:cs typeface="Noto Sans SC"/>
                <a:sym typeface="Noto Sans SC"/>
              </a:rPr>
              <a:t>stays there</a:t>
            </a:r>
            <a:r>
              <a:rPr lang="en-US" sz="1300" b="0" i="0" u="none" strike="noStrike" spc="0">
                <a:solidFill>
                  <a:srgbClr val="143C78"/>
                </a:solidFill>
                <a:latin typeface="Noto Sans SC"/>
                <a:ea typeface="Noto Sans SC"/>
                <a:cs typeface="Noto Sans SC"/>
                <a:sym typeface="Noto Sans SC"/>
              </a:rPr>
              <a:t> — wheels touching floor, chassis hovering. No falling apart.</a:t>
            </a:r>
          </a:p>
        </p:txBody>
      </p:sp>
      <p:sp>
        <p:nvSpPr>
          <p:cNvPr id="12" name="Auto Shape 11"/>
          <p:cNvSpPr>
            <a:spLocks noGrp="1"/>
          </p:cNvSpPr>
          <p:nvPr/>
        </p:nvSpPr>
        <p:spPr>
          <a:xfrm>
            <a:off x="762000" y="4635500"/>
            <a:ext cx="10668000" cy="2794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1" i="0" u="none" strike="noStrike" spc="0">
                <a:solidFill>
                  <a:srgbClr val="0D1326"/>
                </a:solidFill>
                <a:latin typeface="Noto Sans SC"/>
                <a:ea typeface="Noto Sans SC"/>
                <a:cs typeface="Noto Sans SC"/>
                <a:sym typeface="Noto Sans SC"/>
              </a:rPr>
              <a:t>If something goes wrong:</a:t>
            </a:r>
          </a:p>
        </p:txBody>
      </p:sp>
      <p:sp>
        <p:nvSpPr>
          <p:cNvPr id="13" name="Auto Shape 12"/>
          <p:cNvSpPr>
            <a:spLocks noGrp="1"/>
          </p:cNvSpPr>
          <p:nvPr/>
        </p:nvSpPr>
        <p:spPr>
          <a:xfrm>
            <a:off x="762000" y="4978400"/>
            <a:ext cx="10668000" cy="1397000"/>
          </a:xfrm>
          <a:prstGeom prst="roundRect">
            <a:avLst>
              <a:gd name="adj" fmla="val 0"/>
            </a:avLst>
          </a:prstGeom>
          <a:noFill/>
          <a:ln w="12700" cap="flat" cmpd="sng">
            <a:noFill/>
            <a:round/>
          </a:ln>
        </p:spPr>
        <p:txBody>
          <a:bodyPr vert="horz" wrap="square" lIns="0" tIns="0" rIns="0" bIns="0" rtlCol="0" anchor="ctr">
            <a:noAutofit/>
          </a:bodyPr>
          <a:lstStyle>
            <a:lvl1pPr algn="l"/>
          </a:lstStyle>
          <a:p>
            <a:pPr marL="304800" marR="0" indent="-152400" algn="l">
              <a:lnSpc>
                <a:spcPct val="133333"/>
              </a:lnSpc>
              <a:buClr>
                <a:srgbClr val="2B2F36"/>
              </a:buClr>
              <a:buFont typeface="Arial"/>
              <a:buChar char="•"/>
            </a:pPr>
            <a:r>
              <a:rPr lang="en-US" sz="1200" b="1" i="0" u="none" strike="noStrike" spc="0">
                <a:solidFill>
                  <a:srgbClr val="2B2F36"/>
                </a:solidFill>
                <a:latin typeface="Noto Sans SC"/>
                <a:ea typeface="Noto Sans SC"/>
                <a:cs typeface="Noto Sans SC"/>
                <a:sym typeface="Noto Sans SC"/>
              </a:rPr>
              <a:t>Wheels fall off / robot explodes:</a:t>
            </a:r>
            <a:r>
              <a:rPr lang="en-US" sz="1200" b="0" i="0" u="none" strike="noStrike" spc="0">
                <a:solidFill>
                  <a:srgbClr val="2B2F36"/>
                </a:solidFill>
                <a:latin typeface="Noto Sans SC"/>
                <a:ea typeface="Noto Sans SC"/>
                <a:cs typeface="Noto Sans SC"/>
                <a:sym typeface="Noto Sans SC"/>
              </a:rPr>
              <a:t> Articulation Root not added to SimpleRobot xform, or joints' Body 0 / Body 1 swapped</a:t>
            </a:r>
          </a:p>
          <a:p>
            <a:pPr marL="304800" marR="0" indent="-152400" algn="l">
              <a:lnSpc>
                <a:spcPct val="133333"/>
              </a:lnSpc>
              <a:buClr>
                <a:srgbClr val="2B2F36"/>
              </a:buClr>
              <a:buFont typeface="Arial"/>
              <a:buChar char="•"/>
            </a:pPr>
            <a:r>
              <a:rPr lang="en-US" sz="1200" b="1" i="0" u="none" strike="noStrike" spc="0">
                <a:solidFill>
                  <a:srgbClr val="2B2F36"/>
                </a:solidFill>
                <a:latin typeface="Noto Sans SC"/>
                <a:ea typeface="Noto Sans SC"/>
                <a:cs typeface="Noto Sans SC"/>
                <a:sym typeface="Noto Sans SC"/>
              </a:rPr>
              <a:t>Robot sinks into floor:</a:t>
            </a:r>
            <a:r>
              <a:rPr lang="en-US" sz="1200" b="0" i="0" u="none" strike="noStrike" spc="0">
                <a:solidFill>
                  <a:srgbClr val="2B2F36"/>
                </a:solidFill>
                <a:latin typeface="Noto Sans SC"/>
                <a:ea typeface="Noto Sans SC"/>
                <a:cs typeface="Noto Sans SC"/>
                <a:sym typeface="Noto Sans SC"/>
              </a:rPr>
              <a:t> Wheel radius too small or SimpleRobot Z too low; wheels must touch ground</a:t>
            </a:r>
          </a:p>
          <a:p>
            <a:pPr marL="304800" marR="0" indent="-152400" algn="l">
              <a:lnSpc>
                <a:spcPct val="133333"/>
              </a:lnSpc>
              <a:buClr>
                <a:srgbClr val="2B2F36"/>
              </a:buClr>
              <a:buFont typeface="Arial"/>
              <a:buChar char="•"/>
            </a:pPr>
            <a:r>
              <a:rPr lang="en-US" sz="1200" b="1" i="0" u="none" strike="noStrike" spc="0">
                <a:solidFill>
                  <a:srgbClr val="2B2F36"/>
                </a:solidFill>
                <a:latin typeface="Noto Sans SC"/>
                <a:ea typeface="Noto Sans SC"/>
                <a:cs typeface="Noto Sans SC"/>
                <a:sym typeface="Noto Sans SC"/>
              </a:rPr>
              <a:t>Robot slides forever:</a:t>
            </a:r>
            <a:r>
              <a:rPr lang="en-US" sz="1200" b="0" i="0" u="none" strike="noStrike" spc="0">
                <a:solidFill>
                  <a:srgbClr val="2B2F36"/>
                </a:solidFill>
                <a:latin typeface="Noto Sans SC"/>
                <a:ea typeface="Noto Sans SC"/>
                <a:cs typeface="Noto Sans SC"/>
                <a:sym typeface="Noto Sans SC"/>
              </a:rPr>
              <a:t> Add a Physics Material with friction, or increase the rear Angular Drive damping (10000)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5080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MODULE 1 · STEP 7</a:t>
            </a:r>
          </a:p>
        </p:txBody>
      </p:sp>
      <p:sp>
        <p:nvSpPr>
          <p:cNvPr id="3" name="Auto Shape 2"/>
          <p:cNvSpPr>
            <a:spLocks noGrp="1"/>
          </p:cNvSpPr>
          <p:nvPr/>
        </p:nvSpPr>
        <p:spPr>
          <a:xfrm>
            <a:off x="762000" y="863600"/>
            <a:ext cx="10668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400" b="1" i="0" u="none" strike="noStrike" spc="0">
                <a:solidFill>
                  <a:srgbClr val="0D1326"/>
                </a:solidFill>
                <a:latin typeface="Noto Sans SC"/>
                <a:ea typeface="Noto Sans SC"/>
                <a:cs typeface="Noto Sans SC"/>
                <a:sym typeface="Noto Sans SC"/>
              </a:rPr>
              <a:t>Make it drive: Differential Controller and teleop</a:t>
            </a:r>
          </a:p>
        </p:txBody>
      </p:sp>
      <p:cxnSp>
        <p:nvCxnSpPr>
          <p:cNvPr id="4" name="Connector"/>
          <p:cNvCxnSpPr/>
          <p:nvPr/>
        </p:nvCxnSpPr>
        <p:spPr>
          <a:xfrm rot="-4092">
            <a:off x="762004" y="1517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778000"/>
            <a:ext cx="5334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Add a Differential Controller</a:t>
            </a:r>
          </a:p>
        </p:txBody>
      </p:sp>
      <p:sp>
        <p:nvSpPr>
          <p:cNvPr id="6" name="Auto Shape 5"/>
          <p:cNvSpPr>
            <a:spLocks noGrp="1"/>
          </p:cNvSpPr>
          <p:nvPr/>
        </p:nvSpPr>
        <p:spPr>
          <a:xfrm>
            <a:off x="762000" y="2159000"/>
            <a:ext cx="5334000" cy="1905000"/>
          </a:xfrm>
          <a:prstGeom prst="roundRect">
            <a:avLst>
              <a:gd name="adj" fmla="val 0"/>
            </a:avLst>
          </a:prstGeom>
          <a:noFill/>
          <a:ln w="12700" cap="flat" cmpd="sng">
            <a:noFill/>
            <a:round/>
          </a:ln>
        </p:spPr>
        <p:txBody>
          <a:bodyPr vert="horz" wrap="square" lIns="0" tIns="0" rIns="0" bIns="0" rtlCol="0" anchor="ctr">
            <a:noAutofit/>
          </a:bodyPr>
          <a:lstStyle>
            <a:lvl1pPr algn="l"/>
          </a:lstStyle>
          <a:p>
            <a:pPr marL="3175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Go to </a:t>
            </a:r>
            <a:r>
              <a:rPr lang="en-US" sz="1200" b="1" i="0" u="none" strike="noStrike" spc="0">
                <a:solidFill>
                  <a:srgbClr val="2B2F36"/>
                </a:solidFill>
                <a:latin typeface="Noto Sans SC"/>
                <a:ea typeface="Noto Sans SC"/>
                <a:cs typeface="Noto Sans SC"/>
                <a:sym typeface="Noto Sans SC"/>
              </a:rPr>
              <a:t>Tools &gt; Robotics &gt; OmniGraph Controllers &gt; Differential Controller</a:t>
            </a:r>
          </a:p>
          <a:p>
            <a:pPr marL="3175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Set </a:t>
            </a:r>
            <a:r>
              <a:rPr lang="en-US" sz="1200" b="1" i="0" u="none" strike="noStrike" spc="0">
                <a:solidFill>
                  <a:srgbClr val="2B2F36"/>
                </a:solidFill>
                <a:latin typeface="Noto Sans SC"/>
                <a:ea typeface="Noto Sans SC"/>
                <a:cs typeface="Noto Sans SC"/>
                <a:sym typeface="Noto Sans SC"/>
              </a:rPr>
              <a:t>Robot Prim = SimpleRobot</a:t>
            </a:r>
            <a:r>
              <a:rPr lang="en-US" sz="1200" b="0" i="0" u="none" strike="noStrike" spc="0">
                <a:solidFill>
                  <a:srgbClr val="2B2F36"/>
                </a:solidFill>
                <a:latin typeface="Noto Sans SC"/>
                <a:ea typeface="Noto Sans SC"/>
                <a:cs typeface="Noto Sans SC"/>
                <a:sym typeface="Noto Sans SC"/>
              </a:rPr>
              <a:t>; Wheel radius = </a:t>
            </a:r>
            <a:r>
              <a:rPr lang="en-US" sz="1200" b="1" i="0" u="none" strike="noStrike" spc="0">
                <a:solidFill>
                  <a:srgbClr val="2B2F36"/>
                </a:solidFill>
                <a:latin typeface="Noto Sans SC"/>
                <a:ea typeface="Noto Sans SC"/>
                <a:cs typeface="Noto Sans SC"/>
                <a:sym typeface="Noto Sans SC"/>
              </a:rPr>
              <a:t>0.375</a:t>
            </a:r>
            <a:r>
              <a:rPr lang="en-US" sz="1200" b="0" i="0" u="none" strike="noStrike" spc="0">
                <a:solidFill>
                  <a:srgbClr val="2B2F36"/>
                </a:solidFill>
                <a:latin typeface="Noto Sans SC"/>
                <a:ea typeface="Noto Sans SC"/>
                <a:cs typeface="Noto Sans SC"/>
                <a:sym typeface="Noto Sans SC"/>
              </a:rPr>
              <a:t>; Distance between wheels = </a:t>
            </a:r>
            <a:r>
              <a:rPr lang="en-US" sz="1200" b="1" i="0" u="none" strike="noStrike" spc="0">
                <a:solidFill>
                  <a:srgbClr val="2B2F36"/>
                </a:solidFill>
                <a:latin typeface="Noto Sans SC"/>
                <a:ea typeface="Noto Sans SC"/>
                <a:cs typeface="Noto Sans SC"/>
                <a:sym typeface="Noto Sans SC"/>
              </a:rPr>
              <a:t>1.5</a:t>
            </a:r>
          </a:p>
          <a:p>
            <a:pPr marL="3175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Controllable joints: add </a:t>
            </a:r>
            <a:r>
              <a:rPr lang="en-US" sz="1200" b="1" i="0" u="none" strike="noStrike" spc="0">
                <a:solidFill>
                  <a:srgbClr val="2B2F36"/>
                </a:solidFill>
                <a:latin typeface="Noto Sans SC"/>
                <a:ea typeface="Noto Sans SC"/>
                <a:cs typeface="Noto Sans SC"/>
                <a:sym typeface="Noto Sans SC"/>
              </a:rPr>
              <a:t>rear_left_joint</a:t>
            </a:r>
            <a:r>
              <a:rPr lang="en-US" sz="1200" b="0" i="0" u="none" strike="noStrike" spc="0">
                <a:solidFill>
                  <a:srgbClr val="2B2F36"/>
                </a:solidFill>
                <a:latin typeface="Noto Sans SC"/>
                <a:ea typeface="Noto Sans SC"/>
                <a:cs typeface="Noto Sans SC"/>
                <a:sym typeface="Noto Sans SC"/>
              </a:rPr>
              <a:t> and </a:t>
            </a:r>
            <a:r>
              <a:rPr lang="en-US" sz="1200" b="1" i="0" u="none" strike="noStrike" spc="0">
                <a:solidFill>
                  <a:srgbClr val="2B2F36"/>
                </a:solidFill>
                <a:latin typeface="Noto Sans SC"/>
                <a:ea typeface="Noto Sans SC"/>
                <a:cs typeface="Noto Sans SC"/>
                <a:sym typeface="Noto Sans SC"/>
              </a:rPr>
              <a:t>rear_right_joint</a:t>
            </a:r>
            <a:r>
              <a:rPr lang="en-US" sz="1200" b="0" i="0" u="none" strike="noStrike" spc="0">
                <a:solidFill>
                  <a:srgbClr val="2B2F36"/>
                </a:solidFill>
                <a:latin typeface="Noto Sans SC"/>
                <a:ea typeface="Noto Sans SC"/>
                <a:cs typeface="Noto Sans SC"/>
                <a:sym typeface="Noto Sans SC"/>
              </a:rPr>
              <a:t> (the rear wheels drive the robot)</a:t>
            </a:r>
          </a:p>
          <a:p>
            <a:pPr marL="317500" marR="0" indent="-152400" algn="l">
              <a:lnSpc>
                <a:spcPct val="133333"/>
              </a:lnSpc>
              <a:buClr>
                <a:srgbClr val="2B2F36"/>
              </a:buClr>
              <a:buFont typeface="+mj-lt"/>
              <a:buAutoNum type="arabicPeriod"/>
            </a:pPr>
            <a:r>
              <a:rPr lang="en-US" sz="1200" b="0" i="0" u="none" strike="noStrike" spc="0">
                <a:solidFill>
                  <a:srgbClr val="2B2F36"/>
                </a:solidFill>
                <a:latin typeface="Noto Sans SC"/>
                <a:ea typeface="Noto Sans SC"/>
                <a:cs typeface="Noto Sans SC"/>
                <a:sym typeface="Noto Sans SC"/>
              </a:rPr>
              <a:t>Set </a:t>
            </a:r>
            <a:r>
              <a:rPr lang="en-US" sz="1200" b="1" i="0" u="none" strike="noStrike" spc="0">
                <a:solidFill>
                  <a:srgbClr val="2B2F36"/>
                </a:solidFill>
                <a:latin typeface="Noto Sans SC"/>
                <a:ea typeface="Noto Sans SC"/>
                <a:cs typeface="Noto Sans SC"/>
                <a:sym typeface="Noto Sans SC"/>
              </a:rPr>
              <a:t>Use Keyboard Control = true</a:t>
            </a:r>
            <a:r>
              <a:rPr lang="en-US" sz="1200" b="0" i="0" u="none" strike="noStrike" spc="0">
                <a:solidFill>
                  <a:srgbClr val="2B2F36"/>
                </a:solidFill>
                <a:latin typeface="Noto Sans SC"/>
                <a:ea typeface="Noto Sans SC"/>
                <a:cs typeface="Noto Sans SC"/>
                <a:sym typeface="Noto Sans SC"/>
              </a:rPr>
              <a:t>, then press OK and Play</a:t>
            </a:r>
          </a:p>
        </p:txBody>
      </p:sp>
      <p:sp>
        <p:nvSpPr>
          <p:cNvPr id="7" name="Auto Shape 6"/>
          <p:cNvSpPr>
            <a:spLocks noGrp="1"/>
          </p:cNvSpPr>
          <p:nvPr/>
        </p:nvSpPr>
        <p:spPr>
          <a:xfrm>
            <a:off x="762000" y="4254500"/>
            <a:ext cx="5334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Drive it with keyboard</a:t>
            </a:r>
          </a:p>
        </p:txBody>
      </p:sp>
      <p:sp>
        <p:nvSpPr>
          <p:cNvPr id="8" name="Auto Shape 7"/>
          <p:cNvSpPr>
            <a:spLocks noGrp="1"/>
          </p:cNvSpPr>
          <p:nvPr/>
        </p:nvSpPr>
        <p:spPr>
          <a:xfrm>
            <a:off x="762000" y="4635500"/>
            <a:ext cx="5334000" cy="1270000"/>
          </a:xfrm>
          <a:prstGeom prst="roundRect">
            <a:avLst>
              <a:gd name="adj" fmla="val 0"/>
            </a:avLst>
          </a:prstGeom>
          <a:solidFill>
            <a:srgbClr val="282828"/>
          </a:solidFill>
          <a:ln w="12700" cap="flat" cmpd="sng">
            <a:noFill/>
            <a:round/>
          </a:ln>
        </p:spPr>
        <p:txBody>
          <a:bodyPr vert="horz" wrap="square" lIns="0" tIns="0" rIns="0" bIns="0" rtlCol="0" anchor="ctr">
            <a:noAutofit/>
          </a:bodyPr>
          <a:lstStyle>
            <a:lvl1pPr algn="ctr"/>
          </a:lstStyle>
          <a:p>
            <a:pPr marR="0" algn="ctr">
              <a:lnSpc>
                <a:spcPct val="100000"/>
              </a:lnSpc>
            </a:pPr>
            <a:r>
              <a:rPr lang="en-US" sz="1400" b="0" i="0" u="none" strike="noStrike" spc="0">
                <a:solidFill>
                  <a:srgbClr val="000000"/>
                </a:solidFill>
                <a:latin typeface="Arial"/>
                <a:ea typeface="Arial"/>
                <a:cs typeface="Arial"/>
                <a:sym typeface="Arial"/>
              </a:rPr>
              <a:t> </a:t>
            </a:r>
          </a:p>
        </p:txBody>
      </p:sp>
      <p:sp>
        <p:nvSpPr>
          <p:cNvPr id="9" name="Auto Shape 8"/>
          <p:cNvSpPr>
            <a:spLocks noGrp="1"/>
          </p:cNvSpPr>
          <p:nvPr/>
        </p:nvSpPr>
        <p:spPr>
          <a:xfrm>
            <a:off x="952500" y="4724400"/>
            <a:ext cx="4953000" cy="1079500"/>
          </a:xfrm>
          <a:prstGeom prst="roundRect">
            <a:avLst>
              <a:gd name="adj" fmla="val 0"/>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0" i="0" u="none" strike="noStrike" spc="0">
                <a:solidFill>
                  <a:srgbClr val="DCDCDC"/>
                </a:solidFill>
                <a:latin typeface="Consolas"/>
                <a:ea typeface="Consolas"/>
                <a:cs typeface="Consolas"/>
                <a:sym typeface="Consolas"/>
              </a:rPr>
              <a:t>W/S = forward / backward</a:t>
            </a:r>
          </a:p>
          <a:p>
            <a:pPr marL="0" marR="0" algn="l">
              <a:lnSpc>
                <a:spcPct val="125000"/>
              </a:lnSpc>
            </a:pPr>
            <a:r>
              <a:rPr lang="en-US" sz="1200" b="0" i="0" u="none" strike="noStrike" spc="0">
                <a:solidFill>
                  <a:srgbClr val="DCDCDC"/>
                </a:solidFill>
                <a:latin typeface="Consolas"/>
                <a:ea typeface="Consolas"/>
                <a:cs typeface="Consolas"/>
                <a:sym typeface="Consolas"/>
              </a:rPr>
              <a:t>A/D = turn left / right</a:t>
            </a:r>
          </a:p>
          <a:p>
            <a:pPr marL="0" marR="0" algn="l">
              <a:lnSpc>
                <a:spcPct val="125000"/>
              </a:lnSpc>
            </a:pPr>
            <a:r>
              <a:rPr lang="en-US" sz="1200" b="0" i="0" u="none" strike="noStrike" spc="0">
                <a:solidFill>
                  <a:srgbClr val="DCDCDC"/>
                </a:solidFill>
                <a:latin typeface="Consolas"/>
                <a:ea typeface="Consolas"/>
                <a:cs typeface="Consolas"/>
                <a:sym typeface="Consolas"/>
              </a:rPr>
              <a:t>Press Play in Isaac Sim, then use WASD</a:t>
            </a:r>
          </a:p>
        </p:txBody>
      </p:sp>
      <p:sp>
        <p:nvSpPr>
          <p:cNvPr id="10" name="Auto Shape 9"/>
          <p:cNvSpPr>
            <a:spLocks noGrp="1"/>
          </p:cNvSpPr>
          <p:nvPr/>
        </p:nvSpPr>
        <p:spPr>
          <a:xfrm>
            <a:off x="6604000" y="1778000"/>
            <a:ext cx="4826000" cy="4127500"/>
          </a:xfrm>
          <a:prstGeom prst="roundRect">
            <a:avLst>
              <a:gd name="adj" fmla="val 0"/>
            </a:avLst>
          </a:prstGeom>
          <a:solidFill>
            <a:srgbClr val="DCF0FF"/>
          </a:solidFill>
          <a:ln w="12700" cap="flat" cmpd="sng">
            <a:noFill/>
            <a:round/>
          </a:ln>
        </p:spPr>
        <p:txBody>
          <a:bodyPr vert="horz" wrap="square" lIns="0" tIns="0" rIns="0" bIns="0" rtlCol="0" anchor="ctr">
            <a:noAutofit/>
          </a:bodyPr>
          <a:lstStyle>
            <a:lvl1pPr algn="ctr"/>
          </a:lstStyle>
          <a:p>
            <a:pPr marR="0" algn="ctr">
              <a:lnSpc>
                <a:spcPct val="100000"/>
              </a:lnSpc>
            </a:pPr>
            <a:r>
              <a:rPr lang="en-US" sz="1400" b="0" i="0" u="none" strike="noStrike" spc="0">
                <a:solidFill>
                  <a:srgbClr val="000000"/>
                </a:solidFill>
                <a:latin typeface="Arial"/>
                <a:ea typeface="Arial"/>
                <a:cs typeface="Arial"/>
                <a:sym typeface="Arial"/>
              </a:rPr>
              <a:t> </a:t>
            </a:r>
          </a:p>
        </p:txBody>
      </p:sp>
      <p:sp>
        <p:nvSpPr>
          <p:cNvPr id="11" name="Auto Shape 10"/>
          <p:cNvSpPr>
            <a:spLocks noGrp="1"/>
          </p:cNvSpPr>
          <p:nvPr/>
        </p:nvSpPr>
        <p:spPr>
          <a:xfrm>
            <a:off x="6858000" y="1968500"/>
            <a:ext cx="4318000" cy="3810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41666"/>
              </a:lnSpc>
            </a:pPr>
            <a:r>
              <a:rPr lang="en-US" sz="1300" b="1" i="0" u="none" strike="noStrike" spc="0">
                <a:solidFill>
                  <a:srgbClr val="143C78"/>
                </a:solidFill>
                <a:latin typeface="Noto Sans SC"/>
                <a:ea typeface="Noto Sans SC"/>
                <a:cs typeface="Noto Sans SC"/>
                <a:sym typeface="Noto Sans SC"/>
              </a:rPr>
              <a:t>What is a Differential Drive?</a:t>
            </a:r>
          </a:p>
          <a:p>
            <a:pPr marL="0" marR="0" algn="l">
              <a:lnSpc>
                <a:spcPct val="141666"/>
              </a:lnSpc>
            </a:pPr>
            <a:endParaRPr sz="1300"/>
          </a:p>
          <a:p>
            <a:pPr marL="0" marR="0" algn="l">
              <a:lnSpc>
                <a:spcPct val="141666"/>
              </a:lnSpc>
            </a:pPr>
            <a:r>
              <a:rPr lang="en-US" sz="1300" b="0" i="0" u="none" strike="noStrike" spc="0">
                <a:solidFill>
                  <a:srgbClr val="143C78"/>
                </a:solidFill>
                <a:latin typeface="Noto Sans SC"/>
                <a:ea typeface="Noto Sans SC"/>
                <a:cs typeface="Noto Sans SC"/>
                <a:sym typeface="Noto Sans SC"/>
              </a:rPr>
              <a:t>Two wheels on an axle. To go forward, both wheels spin forward. To turn, spin them at different speeds — left wheel slower = turn left.</a:t>
            </a:r>
          </a:p>
          <a:p>
            <a:pPr marL="0" marR="0" algn="l">
              <a:lnSpc>
                <a:spcPct val="141666"/>
              </a:lnSpc>
            </a:pPr>
            <a:endParaRPr sz="1300"/>
          </a:p>
          <a:p>
            <a:pPr marL="0" marR="0" algn="l">
              <a:lnSpc>
                <a:spcPct val="141666"/>
              </a:lnSpc>
            </a:pPr>
            <a:r>
              <a:rPr lang="en-US" sz="1300" b="0" i="0" u="none" strike="noStrike" spc="0">
                <a:solidFill>
                  <a:srgbClr val="143C78"/>
                </a:solidFill>
                <a:latin typeface="Noto Sans SC"/>
                <a:ea typeface="Noto Sans SC"/>
                <a:cs typeface="Noto Sans SC"/>
                <a:sym typeface="Noto Sans SC"/>
              </a:rPr>
              <a:t>The Differential Controller takes a linear velocity (forward speed) and angular velocity (turn rate), and automatically commands the correct left/right wheel speeds.</a:t>
            </a:r>
          </a:p>
          <a:p>
            <a:pPr marL="0" marR="0" algn="l">
              <a:lnSpc>
                <a:spcPct val="141666"/>
              </a:lnSpc>
            </a:pPr>
            <a:endParaRPr sz="1300"/>
          </a:p>
          <a:p>
            <a:pPr marL="0" marR="0" algn="l">
              <a:lnSpc>
                <a:spcPct val="141666"/>
              </a:lnSpc>
            </a:pPr>
            <a:r>
              <a:rPr sz="1300" b="0" i="0" u="none" strike="noStrike" spc="0">
                <a:solidFill>
                  <a:srgbClr val="1F2329"/>
                </a:solidFill>
                <a:latin typeface="Noto Sans SC"/>
                <a:ea typeface="Noto Sans SC"/>
                <a:cs typeface="Noto Sans SC"/>
                <a:sym typeface="Noto Sans SC"/>
              </a:rPr>
              <a:t>Differential Controller is basically not a low-level joint driver, but a robot kinematics controller. Its function is: based on the input linear velocity and angular velocity, calculate how fast each of the left and right wheels should spin, and then send the speed commands to the wheel joints through the Articulation Controller. It's not on the same level as Angular Drive.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5080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MODULE 1 · SENSORS</a:t>
            </a:r>
          </a:p>
        </p:txBody>
      </p:sp>
      <p:sp>
        <p:nvSpPr>
          <p:cNvPr id="3" name="Auto Shape 2"/>
          <p:cNvSpPr>
            <a:spLocks noGrp="1"/>
          </p:cNvSpPr>
          <p:nvPr/>
        </p:nvSpPr>
        <p:spPr>
          <a:xfrm>
            <a:off x="762000" y="863600"/>
            <a:ext cx="10668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400" b="1" i="0" u="none" strike="noStrike" spc="0">
                <a:solidFill>
                  <a:srgbClr val="0D1326"/>
                </a:solidFill>
                <a:latin typeface="Noto Sans SC"/>
                <a:ea typeface="Noto Sans SC"/>
                <a:cs typeface="Noto Sans SC"/>
                <a:sym typeface="Noto Sans SC"/>
              </a:rPr>
              <a:t>Add a camera and lidar sensor</a:t>
            </a:r>
          </a:p>
        </p:txBody>
      </p:sp>
      <p:cxnSp>
        <p:nvCxnSpPr>
          <p:cNvPr id="4" name="Connector"/>
          <p:cNvCxnSpPr/>
          <p:nvPr/>
        </p:nvCxnSpPr>
        <p:spPr>
          <a:xfrm rot="-4092">
            <a:off x="762004" y="1517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778000"/>
            <a:ext cx="5334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Camera sensor</a:t>
            </a:r>
          </a:p>
        </p:txBody>
      </p:sp>
      <p:sp>
        <p:nvSpPr>
          <p:cNvPr id="6" name="Auto Shape 5"/>
          <p:cNvSpPr>
            <a:spLocks noGrp="1"/>
          </p:cNvSpPr>
          <p:nvPr/>
        </p:nvSpPr>
        <p:spPr>
          <a:xfrm>
            <a:off x="762000" y="2159000"/>
            <a:ext cx="5334000" cy="1778000"/>
          </a:xfrm>
          <a:prstGeom prst="roundRect">
            <a:avLst>
              <a:gd name="adj" fmla="val 0"/>
            </a:avLst>
          </a:prstGeom>
          <a:noFill/>
          <a:ln w="25400" cap="flat" cmpd="sng">
            <a:noFill/>
            <a:round/>
          </a:ln>
        </p:spPr>
        <p:txBody>
          <a:bodyPr vert="horz" wrap="square" lIns="0" tIns="0" rIns="0" bIns="0" rtlCol="0" anchor="ctr" anchorCtr="0">
            <a:noAutofit/>
          </a:bodyPr>
          <a:lstStyle>
            <a:lvl1pPr algn="l">
              <a:lnSpc>
                <a:spcPct val="108333"/>
              </a:lnSpc>
              <a:defRPr sz="1000" i="0" u="none" strike="noStrike">
                <a:solidFill>
                  <a:srgbClr val="2B2F36"/>
                </a:solidFill>
                <a:latin typeface="Noto Sans SC"/>
              </a:defRPr>
            </a:lvl1pPr>
          </a:lstStyle>
          <a:p>
            <a:pPr marL="292100" marR="0" indent="-127000" algn="l">
              <a:lnSpc>
                <a:spcPct val="108333"/>
              </a:lnSpc>
              <a:buClr>
                <a:srgbClr val="2B2F36"/>
              </a:buClr>
              <a:buFont typeface="+mj-lt"/>
              <a:buAutoNum type="arabicPeriod"/>
            </a:pPr>
            <a:r>
              <a:rPr sz="1000" b="0" i="0" u="none" strike="noStrike" spc="0">
                <a:solidFill>
                  <a:srgbClr val="2B2F36"/>
                </a:solidFill>
                <a:latin typeface="Noto Sans SC"/>
                <a:ea typeface="Noto Sans SC"/>
                <a:cs typeface="Noto Sans SC"/>
                <a:sym typeface="Noto Sans SC"/>
              </a:rPr>
              <a:t>Right-click </a:t>
            </a:r>
            <a:r>
              <a:rPr sz="1000" b="1" i="0" u="none" strike="noStrike" spc="0">
                <a:solidFill>
                  <a:srgbClr val="2B2F36"/>
                </a:solidFill>
                <a:latin typeface="Noto Sans SC"/>
                <a:ea typeface="Noto Sans SC"/>
                <a:cs typeface="Noto Sans SC"/>
                <a:sym typeface="Noto Sans SC"/>
              </a:rPr>
              <a:t>SimpleRobot</a:t>
            </a:r>
            <a:r>
              <a:rPr sz="1000" b="0" i="0" u="none" strike="noStrike" spc="0">
                <a:solidFill>
                  <a:srgbClr val="2B2F36"/>
                </a:solidFill>
                <a:latin typeface="Noto Sans SC"/>
                <a:ea typeface="Noto Sans SC"/>
                <a:cs typeface="Noto Sans SC"/>
                <a:sym typeface="Noto Sans SC"/>
              </a:rPr>
              <a:t> and choose </a:t>
            </a:r>
            <a:r>
              <a:rPr sz="1000" b="1" i="0" u="none" strike="noStrike" spc="0">
                <a:solidFill>
                  <a:srgbClr val="2B2F36"/>
                </a:solidFill>
                <a:latin typeface="Noto Sans SC"/>
                <a:ea typeface="Noto Sans SC"/>
                <a:cs typeface="Noto Sans SC"/>
                <a:sym typeface="Noto Sans SC"/>
              </a:rPr>
              <a:t>Create &gt; Xform</a:t>
            </a:r>
            <a:r>
              <a:rPr sz="1000" b="0" i="0" u="none" strike="noStrike" spc="0">
                <a:solidFill>
                  <a:srgbClr val="2B2F36"/>
                </a:solidFill>
                <a:latin typeface="Noto Sans SC"/>
                <a:ea typeface="Noto Sans SC"/>
                <a:cs typeface="Noto Sans SC"/>
                <a:sym typeface="Noto Sans SC"/>
              </a:rPr>
              <a:t>; rename it to </a:t>
            </a:r>
            <a:r>
              <a:rPr sz="1000" b="1" i="0" u="none" strike="noStrike" spc="0">
                <a:solidFill>
                  <a:srgbClr val="2B2F36"/>
                </a:solidFill>
                <a:latin typeface="Noto Sans SC"/>
                <a:ea typeface="Noto Sans SC"/>
                <a:cs typeface="Noto Sans SC"/>
                <a:sym typeface="Noto Sans SC"/>
              </a:rPr>
              <a:t>Front_Sensor</a:t>
            </a:r>
            <a:r>
              <a:rPr sz="1000" b="0" i="0" u="none" strike="noStrike" spc="0">
                <a:solidFill>
                  <a:srgbClr val="2B2F36"/>
                </a:solidFill>
                <a:latin typeface="Noto Sans SC"/>
                <a:ea typeface="Noto Sans SC"/>
                <a:cs typeface="Noto Sans SC"/>
                <a:sym typeface="Noto Sans SC"/>
              </a:rPr>
              <a:t> and move it to the </a:t>
            </a:r>
            <a:r>
              <a:rPr sz="1000" b="1" i="0" u="none" strike="noStrike" spc="0">
                <a:solidFill>
                  <a:srgbClr val="2B2F36"/>
                </a:solidFill>
                <a:latin typeface="Noto Sans SC"/>
                <a:ea typeface="Noto Sans SC"/>
                <a:cs typeface="Noto Sans SC"/>
                <a:sym typeface="Noto Sans SC"/>
              </a:rPr>
              <a:t>top-front</a:t>
            </a:r>
            <a:r>
              <a:rPr sz="1000" b="0" i="0" u="none" strike="noStrike" spc="0">
                <a:solidFill>
                  <a:srgbClr val="2B2F36"/>
                </a:solidFill>
                <a:latin typeface="Noto Sans SC"/>
                <a:ea typeface="Noto Sans SC"/>
                <a:cs typeface="Noto Sans SC"/>
                <a:sym typeface="Noto Sans SC"/>
              </a:rPr>
              <a:t> of the chassis</a:t>
            </a:r>
          </a:p>
          <a:p>
            <a:pPr marL="292100" marR="0" indent="-127000" algn="l">
              <a:lnSpc>
                <a:spcPct val="108333"/>
              </a:lnSpc>
              <a:buClr>
                <a:srgbClr val="2B2F36"/>
              </a:buClr>
              <a:buFont typeface="+mj-lt"/>
              <a:buAutoNum type="arabicPeriod"/>
            </a:pPr>
            <a:r>
              <a:rPr sz="1000" b="0" i="0" u="none" strike="noStrike" spc="0">
                <a:solidFill>
                  <a:srgbClr val="2B2F36"/>
                </a:solidFill>
                <a:latin typeface="Noto Sans SC"/>
                <a:ea typeface="Noto Sans SC"/>
                <a:cs typeface="Noto Sans SC"/>
                <a:sym typeface="Noto Sans SC"/>
              </a:rPr>
              <a:t>Right-click </a:t>
            </a:r>
            <a:r>
              <a:rPr sz="1000" b="1" i="0" u="none" strike="noStrike" spc="0">
                <a:solidFill>
                  <a:srgbClr val="2B2F36"/>
                </a:solidFill>
                <a:latin typeface="Noto Sans SC"/>
                <a:ea typeface="Noto Sans SC"/>
                <a:cs typeface="Noto Sans SC"/>
                <a:sym typeface="Noto Sans SC"/>
              </a:rPr>
              <a:t>Front_Sensor</a:t>
            </a:r>
            <a:r>
              <a:rPr sz="1000" b="0" i="0" u="none" strike="noStrike" spc="0">
                <a:solidFill>
                  <a:srgbClr val="2B2F36"/>
                </a:solidFill>
                <a:latin typeface="Noto Sans SC"/>
                <a:ea typeface="Noto Sans SC"/>
                <a:cs typeface="Noto Sans SC"/>
                <a:sym typeface="Noto Sans SC"/>
              </a:rPr>
              <a:t> and choose </a:t>
            </a:r>
            <a:r>
              <a:rPr sz="1000" b="1" i="0" u="none" strike="noStrike" spc="0">
                <a:solidFill>
                  <a:srgbClr val="2B2F36"/>
                </a:solidFill>
                <a:latin typeface="Noto Sans SC"/>
                <a:ea typeface="Noto Sans SC"/>
                <a:cs typeface="Noto Sans SC"/>
                <a:sym typeface="Noto Sans SC"/>
              </a:rPr>
              <a:t>Add &gt; Rigid Body</a:t>
            </a:r>
            <a:r>
              <a:rPr sz="1000" b="0" i="0" u="none" strike="noStrike" spc="0">
                <a:solidFill>
                  <a:srgbClr val="2B2F36"/>
                </a:solidFill>
                <a:latin typeface="Noto Sans SC"/>
                <a:ea typeface="Noto Sans SC"/>
                <a:cs typeface="Noto Sans SC"/>
                <a:sym typeface="Noto Sans SC"/>
              </a:rPr>
              <a:t>. Then select the </a:t>
            </a:r>
            <a:r>
              <a:rPr sz="1000" b="1" i="0" u="none" strike="noStrike" spc="0">
                <a:solidFill>
                  <a:srgbClr val="2B2F36"/>
                </a:solidFill>
                <a:latin typeface="Noto Sans SC"/>
                <a:ea typeface="Noto Sans SC"/>
                <a:cs typeface="Noto Sans SC"/>
                <a:sym typeface="Noto Sans SC"/>
              </a:rPr>
              <a:t>Cube first</a:t>
            </a:r>
            <a:r>
              <a:rPr sz="1000" b="0" i="0" u="none" strike="noStrike" spc="0">
                <a:solidFill>
                  <a:srgbClr val="2B2F36"/>
                </a:solidFill>
                <a:latin typeface="Noto Sans SC"/>
                <a:ea typeface="Noto Sans SC"/>
                <a:cs typeface="Noto Sans SC"/>
                <a:sym typeface="Noto Sans SC"/>
              </a:rPr>
              <a:t>, Ctrl+select </a:t>
            </a:r>
            <a:r>
              <a:rPr sz="1000" b="1" i="0" u="none" strike="noStrike" spc="0">
                <a:solidFill>
                  <a:srgbClr val="2B2F36"/>
                </a:solidFill>
                <a:latin typeface="Noto Sans SC"/>
                <a:ea typeface="Noto Sans SC"/>
                <a:cs typeface="Noto Sans SC"/>
                <a:sym typeface="Noto Sans SC"/>
              </a:rPr>
              <a:t>Front_Sensor</a:t>
            </a:r>
            <a:r>
              <a:rPr sz="1000" b="0" i="0" u="none" strike="noStrike" spc="0">
                <a:solidFill>
                  <a:srgbClr val="2B2F36"/>
                </a:solidFill>
                <a:latin typeface="Noto Sans SC"/>
                <a:ea typeface="Noto Sans SC"/>
                <a:cs typeface="Noto Sans SC"/>
                <a:sym typeface="Noto Sans SC"/>
              </a:rPr>
              <a:t>, and right-click Front_Sensor to choose </a:t>
            </a:r>
            <a:r>
              <a:rPr sz="1000" b="1" i="0" u="none" strike="noStrike" spc="0">
                <a:solidFill>
                  <a:srgbClr val="2B2F36"/>
                </a:solidFill>
                <a:latin typeface="Noto Sans SC"/>
                <a:ea typeface="Noto Sans SC"/>
                <a:cs typeface="Noto Sans SC"/>
                <a:sym typeface="Noto Sans SC"/>
              </a:rPr>
              <a:t>Create &gt; Physics &gt; Joint &gt; Fixed Joint</a:t>
            </a:r>
          </a:p>
          <a:p>
            <a:pPr marL="292100" marR="0" indent="-127000" algn="l">
              <a:lnSpc>
                <a:spcPct val="108333"/>
              </a:lnSpc>
              <a:buClr>
                <a:srgbClr val="2B2F36"/>
              </a:buClr>
              <a:buFont typeface="+mj-lt"/>
              <a:buAutoNum type="arabicPeriod"/>
            </a:pPr>
            <a:r>
              <a:rPr sz="1000" b="0" i="0" u="none" strike="noStrike" spc="0">
                <a:solidFill>
                  <a:srgbClr val="2B2F36"/>
                </a:solidFill>
                <a:latin typeface="Noto Sans SC"/>
                <a:ea typeface="Noto Sans SC"/>
                <a:cs typeface="Noto Sans SC"/>
                <a:sym typeface="Noto Sans SC"/>
              </a:rPr>
              <a:t>Select the new joint and confirm that </a:t>
            </a:r>
            <a:r>
              <a:rPr sz="1000" b="1" i="0" u="none" strike="noStrike" spc="0">
                <a:solidFill>
                  <a:srgbClr val="2B2F36"/>
                </a:solidFill>
                <a:latin typeface="Noto Sans SC"/>
                <a:ea typeface="Noto Sans SC"/>
                <a:cs typeface="Noto Sans SC"/>
                <a:sym typeface="Noto Sans SC"/>
              </a:rPr>
              <a:t>Body 0 = Cube</a:t>
            </a:r>
            <a:r>
              <a:rPr sz="1000" b="0" i="0" u="none" strike="noStrike" spc="0">
                <a:solidFill>
                  <a:srgbClr val="2B2F36"/>
                </a:solidFill>
                <a:latin typeface="Noto Sans SC"/>
                <a:ea typeface="Noto Sans SC"/>
                <a:cs typeface="Noto Sans SC"/>
                <a:sym typeface="Noto Sans SC"/>
              </a:rPr>
              <a:t> and </a:t>
            </a:r>
            <a:r>
              <a:rPr sz="1000" b="1" i="0" u="none" strike="noStrike" spc="0">
                <a:solidFill>
                  <a:srgbClr val="2B2F36"/>
                </a:solidFill>
                <a:latin typeface="Noto Sans SC"/>
                <a:ea typeface="Noto Sans SC"/>
                <a:cs typeface="Noto Sans SC"/>
                <a:sym typeface="Noto Sans SC"/>
              </a:rPr>
              <a:t>Body 1 = Front_Sensor</a:t>
            </a:r>
            <a:r>
              <a:rPr sz="1000" b="0" i="0" u="none" strike="noStrike" spc="0">
                <a:solidFill>
                  <a:srgbClr val="2B2F36"/>
                </a:solidFill>
                <a:latin typeface="Noto Sans SC"/>
                <a:ea typeface="Noto Sans SC"/>
                <a:cs typeface="Noto Sans SC"/>
                <a:sym typeface="Noto Sans SC"/>
              </a:rPr>
              <a:t>; if swapped, use the folder icon to reassign them</a:t>
            </a:r>
          </a:p>
          <a:p>
            <a:pPr marL="292100" marR="0" indent="-127000" algn="l">
              <a:lnSpc>
                <a:spcPct val="108333"/>
              </a:lnSpc>
              <a:buClr>
                <a:srgbClr val="2B2F36"/>
              </a:buClr>
              <a:buFont typeface="+mj-lt"/>
              <a:buAutoNum type="arabicPeriod"/>
            </a:pPr>
            <a:r>
              <a:rPr sz="1000" b="0" i="0" u="none" strike="noStrike" spc="0">
                <a:solidFill>
                  <a:srgbClr val="2B2F36"/>
                </a:solidFill>
                <a:latin typeface="Noto Sans SC"/>
                <a:ea typeface="Noto Sans SC"/>
                <a:cs typeface="Noto Sans SC"/>
                <a:sym typeface="Noto Sans SC"/>
              </a:rPr>
              <a:t>Add a small cube under </a:t>
            </a:r>
            <a:r>
              <a:rPr sz="1000" b="1" i="0" u="none" strike="noStrike" spc="0">
                <a:solidFill>
                  <a:srgbClr val="2B2F36"/>
                </a:solidFill>
                <a:latin typeface="Noto Sans SC"/>
                <a:ea typeface="Noto Sans SC"/>
                <a:cs typeface="Noto Sans SC"/>
                <a:sym typeface="Noto Sans SC"/>
              </a:rPr>
              <a:t>Front_Sensor</a:t>
            </a:r>
            <a:r>
              <a:rPr sz="1000" b="0" i="0" u="none" strike="noStrike" spc="0">
                <a:solidFill>
                  <a:srgbClr val="2B2F36"/>
                </a:solidFill>
                <a:latin typeface="Noto Sans SC"/>
                <a:ea typeface="Noto Sans SC"/>
                <a:cs typeface="Noto Sans SC"/>
                <a:sym typeface="Noto Sans SC"/>
              </a:rPr>
              <a:t>, set its </a:t>
            </a:r>
            <a:r>
              <a:rPr sz="1000" b="1" i="0" u="none" strike="noStrike" spc="0">
                <a:solidFill>
                  <a:srgbClr val="2B2F36"/>
                </a:solidFill>
                <a:latin typeface="Noto Sans SC"/>
                <a:ea typeface="Noto Sans SC"/>
                <a:cs typeface="Noto Sans SC"/>
                <a:sym typeface="Noto Sans SC"/>
              </a:rPr>
              <a:t>Scale = (0.1, 0.1, 0.1)</a:t>
            </a:r>
            <a:r>
              <a:rPr sz="1000" b="0" i="0" u="none" strike="noStrike" spc="0">
                <a:solidFill>
                  <a:srgbClr val="2B2F36"/>
                </a:solidFill>
                <a:latin typeface="Noto Sans SC"/>
                <a:ea typeface="Noto Sans SC"/>
                <a:cs typeface="Noto Sans SC"/>
                <a:sym typeface="Noto Sans SC"/>
              </a:rPr>
              <a:t>, and rename it to </a:t>
            </a:r>
            <a:r>
              <a:rPr sz="1000" b="1" i="0" u="none" strike="noStrike" spc="0">
                <a:solidFill>
                  <a:srgbClr val="2B2F36"/>
                </a:solidFill>
                <a:latin typeface="Noto Sans SC"/>
                <a:ea typeface="Noto Sans SC"/>
                <a:cs typeface="Noto Sans SC"/>
                <a:sym typeface="Noto Sans SC"/>
              </a:rPr>
              <a:t>Sensor_Mount</a:t>
            </a:r>
            <a:r>
              <a:rPr sz="1000" b="0" i="0" u="none" strike="noStrike" spc="0">
                <a:solidFill>
                  <a:srgbClr val="2B2F36"/>
                </a:solidFill>
                <a:latin typeface="Noto Sans SC"/>
                <a:ea typeface="Noto Sans SC"/>
                <a:cs typeface="Noto Sans SC"/>
                <a:sym typeface="Noto Sans SC"/>
              </a:rPr>
              <a:t>; then choose </a:t>
            </a:r>
            <a:r>
              <a:rPr sz="1000" b="1" i="0" u="none" strike="noStrike" spc="0">
                <a:solidFill>
                  <a:srgbClr val="2B2F36"/>
                </a:solidFill>
                <a:latin typeface="Noto Sans SC"/>
                <a:ea typeface="Noto Sans SC"/>
                <a:cs typeface="Noto Sans SC"/>
                <a:sym typeface="Noto Sans SC"/>
              </a:rPr>
              <a:t>Add &gt; Rigid Body with Colliders Preset</a:t>
            </a:r>
          </a:p>
          <a:p>
            <a:pPr marL="292100" marR="0" indent="-127000" algn="l">
              <a:lnSpc>
                <a:spcPct val="108333"/>
              </a:lnSpc>
              <a:buClr>
                <a:srgbClr val="2B2F36"/>
              </a:buClr>
              <a:buFont typeface="+mj-lt"/>
              <a:buAutoNum type="arabicPeriod"/>
            </a:pPr>
            <a:r>
              <a:rPr sz="1000" b="0" i="0" u="none" strike="noStrike" spc="0">
                <a:solidFill>
                  <a:srgbClr val="2B2F36"/>
                </a:solidFill>
                <a:latin typeface="Noto Sans SC"/>
                <a:ea typeface="Noto Sans SC"/>
                <a:cs typeface="Noto Sans SC"/>
                <a:sym typeface="Noto Sans SC"/>
              </a:rPr>
              <a:t>Right-click </a:t>
            </a:r>
            <a:r>
              <a:rPr sz="1000" b="1" i="0" u="none" strike="noStrike" spc="0">
                <a:solidFill>
                  <a:srgbClr val="2B2F36"/>
                </a:solidFill>
                <a:latin typeface="Noto Sans SC"/>
                <a:ea typeface="Noto Sans SC"/>
                <a:cs typeface="Noto Sans SC"/>
                <a:sym typeface="Noto Sans SC"/>
              </a:rPr>
              <a:t>Sensor_Mount</a:t>
            </a:r>
            <a:r>
              <a:rPr sz="1000" b="0" i="0" u="none" strike="noStrike" spc="0">
                <a:solidFill>
                  <a:srgbClr val="2B2F36"/>
                </a:solidFill>
                <a:latin typeface="Noto Sans SC"/>
                <a:ea typeface="Noto Sans SC"/>
                <a:cs typeface="Noto Sans SC"/>
                <a:sym typeface="Noto Sans SC"/>
              </a:rPr>
              <a:t> and choose </a:t>
            </a:r>
            <a:r>
              <a:rPr sz="1000" b="1" i="0" u="none" strike="noStrike" spc="0">
                <a:solidFill>
                  <a:srgbClr val="2B2F36"/>
                </a:solidFill>
                <a:latin typeface="Noto Sans SC"/>
                <a:ea typeface="Noto Sans SC"/>
                <a:cs typeface="Noto Sans SC"/>
                <a:sym typeface="Noto Sans SC"/>
              </a:rPr>
              <a:t>Create &gt; Camera</a:t>
            </a:r>
            <a:r>
              <a:rPr sz="1000" b="0" i="0" u="none" strike="noStrike" spc="0">
                <a:solidFill>
                  <a:srgbClr val="2B2F36"/>
                </a:solidFill>
                <a:latin typeface="Noto Sans SC"/>
                <a:ea typeface="Noto Sans SC"/>
                <a:cs typeface="Noto Sans SC"/>
                <a:sym typeface="Noto Sans SC"/>
              </a:rPr>
              <a:t>; set </a:t>
            </a:r>
            <a:r>
              <a:rPr sz="1000" b="1" i="0" u="none" strike="noStrike" spc="0">
                <a:solidFill>
                  <a:srgbClr val="2B2F36"/>
                </a:solidFill>
                <a:latin typeface="Noto Sans SC"/>
                <a:ea typeface="Noto Sans SC"/>
                <a:cs typeface="Noto Sans SC"/>
                <a:sym typeface="Noto Sans SC"/>
              </a:rPr>
              <a:t>Rotation Y = -90</a:t>
            </a:r>
            <a:r>
              <a:rPr sz="1000" b="0" i="0" u="none" strike="noStrike" spc="0">
                <a:solidFill>
                  <a:srgbClr val="2B2F36"/>
                </a:solidFill>
                <a:latin typeface="Noto Sans SC"/>
                <a:ea typeface="Noto Sans SC"/>
                <a:cs typeface="Noto Sans SC"/>
                <a:sym typeface="Noto Sans SC"/>
              </a:rPr>
              <a:t> so it faces forward, and rename it to </a:t>
            </a:r>
            <a:r>
              <a:rPr sz="1000" b="1" i="0" u="none" strike="noStrike" spc="0">
                <a:solidFill>
                  <a:srgbClr val="2B2F36"/>
                </a:solidFill>
                <a:latin typeface="Noto Sans SC"/>
                <a:ea typeface="Noto Sans SC"/>
                <a:cs typeface="Noto Sans SC"/>
                <a:sym typeface="Noto Sans SC"/>
              </a:rPr>
              <a:t>Robot_Camera</a:t>
            </a:r>
            <a:r>
              <a:rPr sz="1000" b="0" i="0" u="none" strike="noStrike" spc="0">
                <a:solidFill>
                  <a:srgbClr val="2B2F36"/>
                </a:solidFill>
                <a:latin typeface="Noto Sans SC"/>
                <a:ea typeface="Noto Sans SC"/>
                <a:cs typeface="Noto Sans SC"/>
                <a:sym typeface="Noto Sans SC"/>
              </a:rPr>
              <a:t>; use the viewport camera dropdown to preview its POV</a:t>
            </a:r>
          </a:p>
        </p:txBody>
      </p:sp>
      <p:sp>
        <p:nvSpPr>
          <p:cNvPr id="7" name="Auto Shape 6"/>
          <p:cNvSpPr>
            <a:spLocks noGrp="1"/>
          </p:cNvSpPr>
          <p:nvPr/>
        </p:nvSpPr>
        <p:spPr>
          <a:xfrm>
            <a:off x="6350000" y="1778000"/>
            <a:ext cx="5080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Lidar sensor</a:t>
            </a:r>
          </a:p>
        </p:txBody>
      </p:sp>
      <p:sp>
        <p:nvSpPr>
          <p:cNvPr id="8" name="Auto Shape 7"/>
          <p:cNvSpPr>
            <a:spLocks noGrp="1"/>
          </p:cNvSpPr>
          <p:nvPr/>
        </p:nvSpPr>
        <p:spPr>
          <a:xfrm>
            <a:off x="6350000" y="2159000"/>
            <a:ext cx="5080000" cy="1524000"/>
          </a:xfrm>
          <a:prstGeom prst="roundRect">
            <a:avLst>
              <a:gd name="adj" fmla="val 0"/>
            </a:avLst>
          </a:prstGeom>
          <a:noFill/>
          <a:ln w="25400" cap="flat" cmpd="sng">
            <a:noFill/>
            <a:round/>
          </a:ln>
        </p:spPr>
        <p:txBody>
          <a:bodyPr vert="horz" wrap="square" lIns="0" tIns="0" rIns="0" bIns="0" rtlCol="0" anchor="ctr" anchorCtr="0">
            <a:noAutofit/>
          </a:bodyPr>
          <a:lstStyle>
            <a:lvl1pPr algn="l">
              <a:lnSpc>
                <a:spcPct val="108333"/>
              </a:lnSpc>
              <a:defRPr sz="1000" i="0" u="none" strike="noStrike">
                <a:solidFill>
                  <a:srgbClr val="2B2F36"/>
                </a:solidFill>
                <a:latin typeface="Noto Sans SC"/>
              </a:defRPr>
            </a:lvl1pPr>
          </a:lstStyle>
          <a:p>
            <a:pPr marL="292100" marR="0" indent="-127000" algn="l">
              <a:lnSpc>
                <a:spcPct val="108333"/>
              </a:lnSpc>
              <a:buClr>
                <a:srgbClr val="2B2F36"/>
              </a:buClr>
              <a:buFont typeface="+mj-lt"/>
              <a:buAutoNum type="arabicPeriod"/>
            </a:pPr>
            <a:r>
              <a:rPr sz="1000" b="0" i="0" u="none" strike="noStrike" spc="0">
                <a:solidFill>
                  <a:srgbClr val="2B2F36"/>
                </a:solidFill>
                <a:latin typeface="Noto Sans SC"/>
                <a:ea typeface="Noto Sans SC"/>
                <a:cs typeface="Noto Sans SC"/>
                <a:sym typeface="Noto Sans SC"/>
              </a:rPr>
              <a:t>With </a:t>
            </a:r>
            <a:r>
              <a:rPr sz="1000" b="1" i="0" u="none" strike="noStrike" spc="0">
                <a:solidFill>
                  <a:srgbClr val="2B2F36"/>
                </a:solidFill>
                <a:latin typeface="Noto Sans SC"/>
                <a:ea typeface="Noto Sans SC"/>
                <a:cs typeface="Noto Sans SC"/>
                <a:sym typeface="Noto Sans SC"/>
              </a:rPr>
              <a:t>Front_Sensor</a:t>
            </a:r>
            <a:r>
              <a:rPr sz="1000" b="0" i="0" u="none" strike="noStrike" spc="0">
                <a:solidFill>
                  <a:srgbClr val="2B2F36"/>
                </a:solidFill>
                <a:latin typeface="Noto Sans SC"/>
                <a:ea typeface="Noto Sans SC"/>
                <a:cs typeface="Noto Sans SC"/>
                <a:sym typeface="Noto Sans SC"/>
              </a:rPr>
              <a:t> selected, choose </a:t>
            </a:r>
            <a:r>
              <a:rPr sz="1000" b="1" i="0" u="none" strike="noStrike" spc="0">
                <a:solidFill>
                  <a:srgbClr val="2B2F36"/>
                </a:solidFill>
                <a:latin typeface="Noto Sans SC"/>
                <a:ea typeface="Noto Sans SC"/>
                <a:cs typeface="Noto Sans SC"/>
                <a:sym typeface="Noto Sans SC"/>
              </a:rPr>
              <a:t>Create &gt; Isaac &gt; Sensors &gt; PhysXLidar &gt; Rotating</a:t>
            </a:r>
            <a:r>
              <a:rPr sz="1000" b="0" i="0" u="none" strike="noStrike" spc="0">
                <a:solidFill>
                  <a:srgbClr val="2B2F36"/>
                </a:solidFill>
                <a:latin typeface="Noto Sans SC"/>
                <a:ea typeface="Noto Sans SC"/>
                <a:cs typeface="Noto Sans SC"/>
                <a:sym typeface="Noto Sans SC"/>
              </a:rPr>
              <a:t> to add a 2D lidar</a:t>
            </a:r>
          </a:p>
          <a:p>
            <a:pPr marL="292100" marR="0" indent="-127000" algn="l">
              <a:lnSpc>
                <a:spcPct val="108333"/>
              </a:lnSpc>
              <a:buClr>
                <a:srgbClr val="2B2F36"/>
              </a:buClr>
              <a:buFont typeface="+mj-lt"/>
              <a:buAutoNum type="arabicPeriod"/>
            </a:pPr>
            <a:r>
              <a:rPr sz="1000" b="0" i="0" u="none" strike="noStrike" spc="0">
                <a:solidFill>
                  <a:srgbClr val="2B2F36"/>
                </a:solidFill>
                <a:latin typeface="Noto Sans SC"/>
                <a:ea typeface="Noto Sans SC"/>
                <a:cs typeface="Noto Sans SC"/>
                <a:sym typeface="Noto Sans SC"/>
              </a:rPr>
              <a:t>Move the lidar so it sits on top of the </a:t>
            </a:r>
            <a:r>
              <a:rPr sz="1000" b="1" i="0" u="none" strike="noStrike" spc="0">
                <a:solidFill>
                  <a:srgbClr val="2B2F36"/>
                </a:solidFill>
                <a:latin typeface="Noto Sans SC"/>
                <a:ea typeface="Noto Sans SC"/>
                <a:cs typeface="Noto Sans SC"/>
                <a:sym typeface="Noto Sans SC"/>
              </a:rPr>
              <a:t>Sensor_Mount</a:t>
            </a:r>
            <a:r>
              <a:rPr sz="1000" b="0" i="0" u="none" strike="noStrike" spc="0">
                <a:solidFill>
                  <a:srgbClr val="2B2F36"/>
                </a:solidFill>
                <a:latin typeface="Noto Sans SC"/>
                <a:ea typeface="Noto Sans SC"/>
                <a:cs typeface="Noto Sans SC"/>
                <a:sym typeface="Noto Sans SC"/>
              </a:rPr>
              <a:t> cube</a:t>
            </a:r>
          </a:p>
          <a:p>
            <a:pPr marL="292100" marR="0" indent="-127000" algn="l">
              <a:lnSpc>
                <a:spcPct val="108333"/>
              </a:lnSpc>
              <a:buClr>
                <a:srgbClr val="2B2F36"/>
              </a:buClr>
              <a:buFont typeface="+mj-lt"/>
              <a:buAutoNum type="arabicPeriod"/>
            </a:pPr>
            <a:r>
              <a:rPr sz="1000" b="0" i="0" u="none" strike="noStrike" spc="0">
                <a:solidFill>
                  <a:srgbClr val="2B2F36"/>
                </a:solidFill>
                <a:latin typeface="Noto Sans SC"/>
                <a:ea typeface="Noto Sans SC"/>
                <a:cs typeface="Noto Sans SC"/>
                <a:sym typeface="Noto Sans SC"/>
              </a:rPr>
              <a:t>In the </a:t>
            </a:r>
            <a:r>
              <a:rPr sz="1000" b="1" i="0" u="none" strike="noStrike" spc="0">
                <a:solidFill>
                  <a:srgbClr val="2B2F36"/>
                </a:solidFill>
                <a:latin typeface="Noto Sans SC"/>
                <a:ea typeface="Noto Sans SC"/>
                <a:cs typeface="Noto Sans SC"/>
                <a:sym typeface="Noto Sans SC"/>
              </a:rPr>
              <a:t>Raw USD Properties</a:t>
            </a:r>
            <a:r>
              <a:rPr sz="1000" b="0" i="0" u="none" strike="noStrike" spc="0">
                <a:solidFill>
                  <a:srgbClr val="2B2F36"/>
                </a:solidFill>
                <a:latin typeface="Noto Sans SC"/>
                <a:ea typeface="Noto Sans SC"/>
                <a:cs typeface="Noto Sans SC"/>
                <a:sym typeface="Noto Sans SC"/>
              </a:rPr>
              <a:t> panel, enable </a:t>
            </a:r>
            <a:r>
              <a:rPr sz="1000" b="1" i="0" u="none" strike="noStrike" spc="0">
                <a:solidFill>
                  <a:srgbClr val="2B2F36"/>
                </a:solidFill>
                <a:latin typeface="Noto Sans SC"/>
                <a:ea typeface="Noto Sans SC"/>
                <a:cs typeface="Noto Sans SC"/>
                <a:sym typeface="Noto Sans SC"/>
              </a:rPr>
              <a:t>Draw Lines</a:t>
            </a:r>
            <a:r>
              <a:rPr sz="1000" b="0" i="0" u="none" strike="noStrike" spc="0">
                <a:solidFill>
                  <a:srgbClr val="2B2F36"/>
                </a:solidFill>
                <a:latin typeface="Noto Sans SC"/>
                <a:ea typeface="Noto Sans SC"/>
                <a:cs typeface="Noto Sans SC"/>
                <a:sym typeface="Noto Sans SC"/>
              </a:rPr>
              <a:t> and </a:t>
            </a:r>
            <a:r>
              <a:rPr sz="1000" b="1" i="0" u="none" strike="noStrike" spc="0">
                <a:solidFill>
                  <a:srgbClr val="2B2F36"/>
                </a:solidFill>
                <a:latin typeface="Noto Sans SC"/>
                <a:ea typeface="Noto Sans SC"/>
                <a:cs typeface="Noto Sans SC"/>
                <a:sym typeface="Noto Sans SC"/>
              </a:rPr>
              <a:t>Draw Points</a:t>
            </a:r>
          </a:p>
          <a:p>
            <a:pPr marL="292100" marR="0" indent="-127000" algn="l">
              <a:lnSpc>
                <a:spcPct val="108333"/>
              </a:lnSpc>
              <a:buClr>
                <a:srgbClr val="2B2F36"/>
              </a:buClr>
              <a:buFont typeface="+mj-lt"/>
              <a:buAutoNum type="arabicPeriod"/>
            </a:pPr>
            <a:r>
              <a:rPr sz="1000" b="0" i="0" u="none" strike="noStrike" spc="0">
                <a:solidFill>
                  <a:srgbClr val="2B2F36"/>
                </a:solidFill>
                <a:latin typeface="Noto Sans SC"/>
                <a:ea typeface="Noto Sans SC"/>
                <a:cs typeface="Noto Sans SC"/>
                <a:sym typeface="Noto Sans SC"/>
              </a:rPr>
              <a:t>Press </a:t>
            </a:r>
            <a:r>
              <a:rPr sz="1000" b="1" i="0" u="none" strike="noStrike" spc="0">
                <a:solidFill>
                  <a:srgbClr val="2B2F36"/>
                </a:solidFill>
                <a:latin typeface="Noto Sans SC"/>
                <a:ea typeface="Noto Sans SC"/>
                <a:cs typeface="Noto Sans SC"/>
                <a:sym typeface="Noto Sans SC"/>
              </a:rPr>
              <a:t>Play</a:t>
            </a:r>
            <a:r>
              <a:rPr sz="1000" b="0" i="0" u="none" strike="noStrike" spc="0">
                <a:solidFill>
                  <a:srgbClr val="2B2F36"/>
                </a:solidFill>
                <a:latin typeface="Noto Sans SC"/>
                <a:ea typeface="Noto Sans SC"/>
                <a:cs typeface="Noto Sans SC"/>
                <a:sym typeface="Noto Sans SC"/>
              </a:rPr>
              <a:t>; the debug lines rotate. Obstacles must have a </a:t>
            </a:r>
            <a:r>
              <a:rPr sz="1000" b="1" i="0" u="none" strike="noStrike" spc="0">
                <a:solidFill>
                  <a:srgbClr val="2B2F36"/>
                </a:solidFill>
                <a:latin typeface="Noto Sans SC"/>
                <a:ea typeface="Noto Sans SC"/>
                <a:cs typeface="Noto Sans SC"/>
                <a:sym typeface="Noto Sans SC"/>
              </a:rPr>
              <a:t>Rigid Body with Colliders</a:t>
            </a:r>
            <a:r>
              <a:rPr sz="1000" b="0" i="0" u="none" strike="noStrike" spc="0">
                <a:solidFill>
                  <a:srgbClr val="2B2F36"/>
                </a:solidFill>
                <a:latin typeface="Noto Sans SC"/>
                <a:ea typeface="Noto Sans SC"/>
                <a:cs typeface="Noto Sans SC"/>
                <a:sym typeface="Noto Sans SC"/>
              </a:rPr>
              <a:t> to be detected</a:t>
            </a:r>
          </a:p>
        </p:txBody>
      </p:sp>
      <p:cxnSp>
        <p:nvCxnSpPr>
          <p:cNvPr id="9" name="Connector"/>
          <p:cNvCxnSpPr/>
          <p:nvPr/>
        </p:nvCxnSpPr>
        <p:spPr>
          <a:xfrm rot="-4092">
            <a:off x="762004" y="3930650"/>
            <a:ext cx="10668000" cy="12700"/>
          </a:xfrm>
          <a:prstGeom prst="straightConnector1">
            <a:avLst/>
          </a:prstGeom>
          <a:solidFill>
            <a:srgbClr val="DEE0E3"/>
          </a:solidFill>
          <a:ln w="12700" cap="flat" cmpd="sng">
            <a:solidFill>
              <a:srgbClr val="DCDCDC"/>
            </a:solidFill>
            <a:round/>
          </a:ln>
        </p:spPr>
      </p:cxnSp>
      <p:sp>
        <p:nvSpPr>
          <p:cNvPr id="10" name="Auto Shape 9"/>
          <p:cNvSpPr>
            <a:spLocks noGrp="1"/>
          </p:cNvSpPr>
          <p:nvPr/>
        </p:nvSpPr>
        <p:spPr>
          <a:xfrm>
            <a:off x="762000" y="41275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Publish data via ROS 2 Bridge</a:t>
            </a:r>
          </a:p>
        </p:txBody>
      </p:sp>
      <p:sp>
        <p:nvSpPr>
          <p:cNvPr id="11" name="Auto Shape 10"/>
          <p:cNvSpPr>
            <a:spLocks noGrp="1"/>
          </p:cNvSpPr>
          <p:nvPr/>
        </p:nvSpPr>
        <p:spPr>
          <a:xfrm>
            <a:off x="762000" y="4508500"/>
            <a:ext cx="10668000" cy="1524000"/>
          </a:xfrm>
          <a:prstGeom prst="roundRect">
            <a:avLst>
              <a:gd name="adj" fmla="val 0"/>
            </a:avLst>
          </a:prstGeom>
          <a:noFill/>
          <a:ln w="25400" cap="flat" cmpd="sng">
            <a:noFill/>
            <a:round/>
          </a:ln>
        </p:spPr>
        <p:txBody>
          <a:bodyPr vert="horz" wrap="square" lIns="0" tIns="0" rIns="0" bIns="0" rtlCol="0" anchor="ctr" anchorCtr="0">
            <a:noAutofit/>
          </a:bodyPr>
          <a:lstStyle>
            <a:lvl1pPr algn="l">
              <a:lnSpc>
                <a:spcPct val="108333"/>
              </a:lnSpc>
              <a:defRPr sz="1000" i="0" u="none" strike="noStrike">
                <a:solidFill>
                  <a:srgbClr val="2B2F36"/>
                </a:solidFill>
                <a:latin typeface="Noto Sans SC"/>
              </a:defRPr>
            </a:lvl1pPr>
          </a:lstStyle>
          <a:p>
            <a:pPr marL="292100" marR="0" indent="-127000" algn="l">
              <a:lnSpc>
                <a:spcPct val="108333"/>
              </a:lnSpc>
              <a:buClr>
                <a:srgbClr val="2B2F36"/>
              </a:buClr>
              <a:buFont typeface="+mj-lt"/>
              <a:buAutoNum type="arabicPeriod"/>
            </a:pPr>
            <a:r>
              <a:rPr sz="1000" b="0" i="0" u="none" strike="noStrike" spc="0">
                <a:solidFill>
                  <a:srgbClr val="2B2F36"/>
                </a:solidFill>
                <a:latin typeface="Noto Sans SC"/>
                <a:ea typeface="Noto Sans SC"/>
                <a:cs typeface="Noto Sans SC"/>
                <a:sym typeface="Noto Sans SC"/>
              </a:rPr>
              <a:t>Relaunch Isaac Sim after </a:t>
            </a:r>
            <a:r>
              <a:rPr sz="1000" b="1" i="0" u="none" strike="noStrike" spc="0">
                <a:solidFill>
                  <a:srgbClr val="2B2F36"/>
                </a:solidFill>
                <a:latin typeface="Noto Sans SC"/>
                <a:ea typeface="Noto Sans SC"/>
                <a:cs typeface="Noto Sans SC"/>
                <a:sym typeface="Noto Sans SC"/>
              </a:rPr>
              <a:t>sourcing /opt/ros/humble/setup.bash</a:t>
            </a:r>
            <a:r>
              <a:rPr sz="1000" b="0" i="0" u="none" strike="noStrike" spc="0">
                <a:solidFill>
                  <a:srgbClr val="2B2F36"/>
                </a:solidFill>
                <a:latin typeface="Noto Sans SC"/>
                <a:ea typeface="Noto Sans SC"/>
                <a:cs typeface="Noto Sans SC"/>
                <a:sym typeface="Noto Sans SC"/>
              </a:rPr>
              <a:t>; then go to </a:t>
            </a:r>
            <a:r>
              <a:rPr sz="1000" b="1" i="0" u="none" strike="noStrike" spc="0">
                <a:solidFill>
                  <a:srgbClr val="2B2F36"/>
                </a:solidFill>
                <a:latin typeface="Noto Sans SC"/>
                <a:ea typeface="Noto Sans SC"/>
                <a:cs typeface="Noto Sans SC"/>
                <a:sym typeface="Noto Sans SC"/>
              </a:rPr>
              <a:t>Window &gt; Extensions</a:t>
            </a:r>
            <a:r>
              <a:rPr sz="1000" b="0" i="0" u="none" strike="noStrike" spc="0">
                <a:solidFill>
                  <a:srgbClr val="2B2F36"/>
                </a:solidFill>
                <a:latin typeface="Noto Sans SC"/>
                <a:ea typeface="Noto Sans SC"/>
                <a:cs typeface="Noto Sans SC"/>
                <a:sym typeface="Noto Sans SC"/>
              </a:rPr>
              <a:t> and enable the </a:t>
            </a:r>
            <a:r>
              <a:rPr sz="1000" b="1" i="0" u="none" strike="noStrike" spc="0">
                <a:solidFill>
                  <a:srgbClr val="2B2F36"/>
                </a:solidFill>
                <a:latin typeface="Noto Sans SC"/>
                <a:ea typeface="Noto Sans SC"/>
                <a:cs typeface="Noto Sans SC"/>
                <a:sym typeface="Noto Sans SC"/>
              </a:rPr>
              <a:t>ROS 2 Bridge</a:t>
            </a:r>
            <a:r>
              <a:rPr sz="1000" b="0" i="0" u="none" strike="noStrike" spc="0">
                <a:solidFill>
                  <a:srgbClr val="2B2F36"/>
                </a:solidFill>
                <a:latin typeface="Noto Sans SC"/>
                <a:ea typeface="Noto Sans SC"/>
                <a:cs typeface="Noto Sans SC"/>
                <a:sym typeface="Noto Sans SC"/>
              </a:rPr>
              <a:t> extension</a:t>
            </a:r>
          </a:p>
          <a:p>
            <a:pPr marL="292100" marR="0" indent="-127000" algn="l">
              <a:lnSpc>
                <a:spcPct val="108333"/>
              </a:lnSpc>
              <a:buClr>
                <a:srgbClr val="2B2F36"/>
              </a:buClr>
              <a:buFont typeface="+mj-lt"/>
              <a:buAutoNum type="arabicPeriod"/>
            </a:pPr>
            <a:r>
              <a:rPr sz="1000" b="0" i="0" u="none" strike="noStrike" spc="0">
                <a:solidFill>
                  <a:srgbClr val="2B2F36"/>
                </a:solidFill>
                <a:latin typeface="Noto Sans SC"/>
                <a:ea typeface="Noto Sans SC"/>
                <a:cs typeface="Noto Sans SC"/>
                <a:sym typeface="Noto Sans SC"/>
              </a:rPr>
              <a:t>Lidar Action Graph: wire together </a:t>
            </a:r>
            <a:r>
              <a:rPr sz="1000" b="1" i="0" u="none" strike="noStrike" spc="0">
                <a:solidFill>
                  <a:srgbClr val="2B2F36"/>
                </a:solidFill>
                <a:latin typeface="Noto Sans SC"/>
                <a:ea typeface="Noto Sans SC"/>
                <a:cs typeface="Noto Sans SC"/>
                <a:sym typeface="Noto Sans SC"/>
              </a:rPr>
              <a:t>Isaac Read Lidar Beams</a:t>
            </a:r>
            <a:r>
              <a:rPr sz="1000" b="0" i="0" u="none" strike="noStrike" spc="0">
                <a:solidFill>
                  <a:srgbClr val="2B2F36"/>
                </a:solidFill>
                <a:latin typeface="Noto Sans SC"/>
                <a:ea typeface="Noto Sans SC"/>
                <a:cs typeface="Noto Sans SC"/>
                <a:sym typeface="Noto Sans SC"/>
              </a:rPr>
              <a:t>, </a:t>
            </a:r>
            <a:r>
              <a:rPr sz="1000" b="1" i="0" u="none" strike="noStrike" spc="0">
                <a:solidFill>
                  <a:srgbClr val="2B2F36"/>
                </a:solidFill>
                <a:latin typeface="Noto Sans SC"/>
                <a:ea typeface="Noto Sans SC"/>
                <a:cs typeface="Noto Sans SC"/>
                <a:sym typeface="Noto Sans SC"/>
              </a:rPr>
              <a:t>ROS 2 Publish Laser Scan</a:t>
            </a:r>
            <a:r>
              <a:rPr sz="1000" b="0" i="0" u="none" strike="noStrike" spc="0">
                <a:solidFill>
                  <a:srgbClr val="2B2F36"/>
                </a:solidFill>
                <a:latin typeface="Noto Sans SC"/>
                <a:ea typeface="Noto Sans SC"/>
                <a:cs typeface="Noto Sans SC"/>
                <a:sym typeface="Noto Sans SC"/>
              </a:rPr>
              <a:t>, </a:t>
            </a:r>
            <a:r>
              <a:rPr sz="1000" b="1" i="0" u="none" strike="noStrike" spc="0">
                <a:solidFill>
                  <a:srgbClr val="2B2F36"/>
                </a:solidFill>
                <a:latin typeface="Noto Sans SC"/>
                <a:ea typeface="Noto Sans SC"/>
                <a:cs typeface="Noto Sans SC"/>
                <a:sym typeface="Noto Sans SC"/>
              </a:rPr>
              <a:t>Isaac Read Simulation Time</a:t>
            </a:r>
            <a:r>
              <a:rPr sz="1000" b="0" i="0" u="none" strike="noStrike" spc="0">
                <a:solidFill>
                  <a:srgbClr val="2B2F36"/>
                </a:solidFill>
                <a:latin typeface="Noto Sans SC"/>
                <a:ea typeface="Noto Sans SC"/>
                <a:cs typeface="Noto Sans SC"/>
                <a:sym typeface="Noto Sans SC"/>
              </a:rPr>
              <a:t>, and </a:t>
            </a:r>
            <a:r>
              <a:rPr sz="1000" b="1" i="0" u="none" strike="noStrike" spc="0">
                <a:solidFill>
                  <a:srgbClr val="2B2F36"/>
                </a:solidFill>
                <a:latin typeface="Noto Sans SC"/>
                <a:ea typeface="Noto Sans SC"/>
                <a:cs typeface="Noto Sans SC"/>
                <a:sym typeface="Noto Sans SC"/>
              </a:rPr>
              <a:t>On Playback Tick</a:t>
            </a:r>
          </a:p>
          <a:p>
            <a:pPr marL="292100" marR="0" indent="-127000" algn="l">
              <a:lnSpc>
                <a:spcPct val="108333"/>
              </a:lnSpc>
              <a:buClr>
                <a:srgbClr val="2B2F36"/>
              </a:buClr>
              <a:buFont typeface="+mj-lt"/>
              <a:buAutoNum type="arabicPeriod"/>
            </a:pPr>
            <a:r>
              <a:rPr sz="1000" b="0" i="0" u="none" strike="noStrike" spc="0">
                <a:solidFill>
                  <a:srgbClr val="2B2F36"/>
                </a:solidFill>
                <a:latin typeface="Noto Sans SC"/>
                <a:ea typeface="Noto Sans SC"/>
                <a:cs typeface="Noto Sans SC"/>
                <a:sym typeface="Noto Sans SC"/>
              </a:rPr>
              <a:t>For the camera, use the </a:t>
            </a:r>
            <a:r>
              <a:rPr sz="1000" b="1" i="0" u="none" strike="noStrike" spc="0">
                <a:solidFill>
                  <a:srgbClr val="2B2F36"/>
                </a:solidFill>
                <a:latin typeface="Noto Sans SC"/>
                <a:ea typeface="Noto Sans SC"/>
                <a:cs typeface="Noto Sans SC"/>
                <a:sym typeface="Noto Sans SC"/>
              </a:rPr>
              <a:t>ROS2 Camera Helper</a:t>
            </a:r>
            <a:r>
              <a:rPr sz="1000" b="0" i="0" u="none" strike="noStrike" spc="0">
                <a:solidFill>
                  <a:srgbClr val="2B2F36"/>
                </a:solidFill>
                <a:latin typeface="Noto Sans SC"/>
                <a:ea typeface="Noto Sans SC"/>
                <a:cs typeface="Noto Sans SC"/>
                <a:sym typeface="Noto Sans SC"/>
              </a:rPr>
              <a:t> node to publish RGB images</a:t>
            </a:r>
          </a:p>
          <a:p>
            <a:pPr marL="292100" marR="0" indent="-127000" algn="l">
              <a:lnSpc>
                <a:spcPct val="108333"/>
              </a:lnSpc>
              <a:buClr>
                <a:srgbClr val="2B2F36"/>
              </a:buClr>
              <a:buFont typeface="+mj-lt"/>
              <a:buAutoNum type="arabicPeriod"/>
            </a:pPr>
            <a:r>
              <a:rPr sz="1000" b="0" i="0" u="none" strike="noStrike" spc="0">
                <a:solidFill>
                  <a:srgbClr val="2B2F36"/>
                </a:solidFill>
                <a:latin typeface="Noto Sans SC"/>
                <a:ea typeface="Noto Sans SC"/>
                <a:cs typeface="Noto Sans SC"/>
                <a:sym typeface="Noto Sans SC"/>
              </a:rPr>
              <a:t>In a terminal, run </a:t>
            </a:r>
            <a:r>
              <a:rPr sz="1000" b="1" i="0" u="none" strike="noStrike" spc="0">
                <a:solidFill>
                  <a:srgbClr val="2B2F36"/>
                </a:solidFill>
                <a:latin typeface="Noto Sans SC"/>
                <a:ea typeface="Noto Sans SC"/>
                <a:cs typeface="Noto Sans SC"/>
                <a:sym typeface="Noto Sans SC"/>
              </a:rPr>
              <a:t>ros2 topic list</a:t>
            </a:r>
            <a:r>
              <a:rPr sz="1000" b="0" i="0" u="none" strike="noStrike" spc="0">
                <a:solidFill>
                  <a:srgbClr val="2B2F36"/>
                </a:solidFill>
                <a:latin typeface="Noto Sans SC"/>
                <a:ea typeface="Noto Sans SC"/>
                <a:cs typeface="Noto Sans SC"/>
                <a:sym typeface="Noto Sans SC"/>
              </a:rPr>
              <a:t> and launch </a:t>
            </a:r>
            <a:r>
              <a:rPr sz="1000" b="1" i="0" u="none" strike="noStrike" spc="0">
                <a:solidFill>
                  <a:srgbClr val="2B2F36"/>
                </a:solidFill>
                <a:latin typeface="Noto Sans SC"/>
                <a:ea typeface="Noto Sans SC"/>
                <a:cs typeface="Noto Sans SC"/>
                <a:sym typeface="Noto Sans SC"/>
              </a:rPr>
              <a:t>rviz2</a:t>
            </a:r>
            <a:r>
              <a:rPr sz="1000" b="0" i="0" u="none" strike="noStrike" spc="0">
                <a:solidFill>
                  <a:srgbClr val="2B2F36"/>
                </a:solidFill>
                <a:latin typeface="Noto Sans SC"/>
                <a:ea typeface="Noto Sans SC"/>
                <a:cs typeface="Noto Sans SC"/>
                <a:sym typeface="Noto Sans SC"/>
              </a:rPr>
              <a:t>; set the </a:t>
            </a:r>
            <a:r>
              <a:rPr sz="1000" b="1" i="0" u="none" strike="noStrike" spc="0">
                <a:solidFill>
                  <a:srgbClr val="2B2F36"/>
                </a:solidFill>
                <a:latin typeface="Noto Sans SC"/>
                <a:ea typeface="Noto Sans SC"/>
                <a:cs typeface="Noto Sans SC"/>
                <a:sym typeface="Noto Sans SC"/>
              </a:rPr>
              <a:t>Fixed Frame</a:t>
            </a:r>
            <a:r>
              <a:rPr sz="1000" b="0" i="0" u="none" strike="noStrike" spc="0">
                <a:solidFill>
                  <a:srgbClr val="2B2F36"/>
                </a:solidFill>
                <a:latin typeface="Noto Sans SC"/>
                <a:ea typeface="Noto Sans SC"/>
                <a:cs typeface="Noto Sans SC"/>
                <a:sym typeface="Noto Sans SC"/>
              </a:rPr>
              <a:t> to the lidar frame and add a </a:t>
            </a:r>
            <a:r>
              <a:rPr sz="1000" b="1" i="0" u="none" strike="noStrike" spc="0">
                <a:solidFill>
                  <a:srgbClr val="2B2F36"/>
                </a:solidFill>
                <a:latin typeface="Noto Sans SC"/>
                <a:ea typeface="Noto Sans SC"/>
                <a:cs typeface="Noto Sans SC"/>
                <a:sym typeface="Noto Sans SC"/>
              </a:rPr>
              <a:t>Laser Scan</a:t>
            </a:r>
            <a:r>
              <a:rPr sz="1000" b="0" i="0" u="none" strike="noStrike" spc="0">
                <a:solidFill>
                  <a:srgbClr val="2B2F36"/>
                </a:solidFill>
                <a:latin typeface="Noto Sans SC"/>
                <a:ea typeface="Noto Sans SC"/>
                <a:cs typeface="Noto Sans SC"/>
                <a:sym typeface="Noto Sans SC"/>
              </a:rPr>
              <a:t> display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508000"/>
            <a:ext cx="10668000" cy="254000"/>
          </a:xfrm>
          <a:prstGeom prst="roundRect">
            <a:avLst>
              <a:gd name="adj" fmla="val 0"/>
            </a:avLst>
          </a:prstGeom>
          <a:noFill/>
          <a:ln w="25400" cap="flat" cmpd="sng">
            <a:noFill/>
            <a:round/>
          </a:ln>
        </p:spPr>
        <p:txBody>
          <a:bodyPr vert="horz" wrap="square" lIns="0" tIns="0" rIns="0" bIns="0" rtlCol="0" anchor="ctr" anchorCtr="0">
            <a:noAutofit/>
          </a:bodyPr>
          <a:lstStyle>
            <a:lvl1pPr algn="l">
              <a:buNone/>
              <a:defRPr sz="1200" b="1" i="0" u="none" strike="noStrike">
                <a:solidFill>
                  <a:srgbClr val="76B900"/>
                </a:solidFill>
                <a:latin typeface="Noto Sans SC"/>
              </a:defRPr>
            </a:lvl1pPr>
          </a:lstStyle>
          <a:p>
            <a:pPr algn="l">
              <a:lnSpc>
                <a:spcPct val="125000"/>
              </a:lnSpc>
            </a:pPr>
            <a:r>
              <a:rPr sz="1200" b="1" i="0" u="none" strike="noStrike" spc="0">
                <a:solidFill>
                  <a:srgbClr val="76B900"/>
                </a:solidFill>
                <a:latin typeface="Noto Sans SC"/>
                <a:ea typeface="Noto Sans SC"/>
                <a:cs typeface="Noto Sans SC"/>
                <a:sym typeface="Noto Sans SC"/>
              </a:rPr>
              <a:t>MODULE 1 · ACCESSING DATA</a:t>
            </a:r>
          </a:p>
        </p:txBody>
      </p:sp>
      <p:sp>
        <p:nvSpPr>
          <p:cNvPr id="3" name="Auto Shape 2"/>
          <p:cNvSpPr>
            <a:spLocks noGrp="1"/>
          </p:cNvSpPr>
          <p:nvPr/>
        </p:nvSpPr>
        <p:spPr>
          <a:xfrm>
            <a:off x="762000" y="863600"/>
            <a:ext cx="10668000" cy="254000"/>
          </a:xfrm>
          <a:prstGeom prst="roundRect">
            <a:avLst>
              <a:gd name="adj" fmla="val 0"/>
            </a:avLst>
          </a:prstGeom>
          <a:noFill/>
          <a:ln w="25400" cap="flat" cmpd="sng">
            <a:noFill/>
            <a:round/>
          </a:ln>
        </p:spPr>
        <p:txBody>
          <a:bodyPr vert="horz" wrap="square" lIns="0" tIns="0" rIns="0" bIns="0" rtlCol="0" anchor="ctr" anchorCtr="0">
            <a:noAutofit/>
          </a:bodyPr>
          <a:lstStyle>
            <a:lvl1pPr algn="l">
              <a:buNone/>
              <a:defRPr sz="2400" b="1" i="0" u="none" strike="noStrike">
                <a:solidFill>
                  <a:srgbClr val="0D1326"/>
                </a:solidFill>
                <a:latin typeface="Noto Sans SC"/>
              </a:defRPr>
            </a:lvl1pPr>
          </a:lstStyle>
          <a:p>
            <a:pPr algn="l">
              <a:lnSpc>
                <a:spcPct val="125000"/>
              </a:lnSpc>
            </a:pPr>
            <a:r>
              <a:rPr sz="2400" b="1" i="0" u="none" strike="noStrike" spc="0">
                <a:solidFill>
                  <a:srgbClr val="0D1326"/>
                </a:solidFill>
                <a:latin typeface="Noto Sans SC"/>
                <a:ea typeface="Noto Sans SC"/>
                <a:cs typeface="Noto Sans SC"/>
                <a:sym typeface="Noto Sans SC"/>
              </a:rPr>
              <a:t>Stream sensor data to ROS 2 and RViz</a:t>
            </a:r>
          </a:p>
        </p:txBody>
      </p:sp>
      <p:cxnSp>
        <p:nvCxnSpPr>
          <p:cNvPr id="4" name="Connector"/>
          <p:cNvCxnSpPr/>
          <p:nvPr/>
        </p:nvCxnSpPr>
        <p:spPr>
          <a:xfrm rot="-4093">
            <a:off x="762004" y="1517651"/>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778000"/>
            <a:ext cx="4572000" cy="254000"/>
          </a:xfrm>
          <a:prstGeom prst="roundRect">
            <a:avLst>
              <a:gd name="adj" fmla="val 0"/>
            </a:avLst>
          </a:prstGeom>
          <a:noFill/>
          <a:ln w="25400" cap="flat" cmpd="sng">
            <a:noFill/>
            <a:round/>
          </a:ln>
        </p:spPr>
        <p:txBody>
          <a:bodyPr vert="horz" wrap="square" lIns="0" tIns="0" rIns="0" bIns="0" rtlCol="0" anchor="ctr" anchorCtr="0">
            <a:noAutofit/>
          </a:bodyPr>
          <a:lstStyle>
            <a:lvl1pPr algn="l">
              <a:buNone/>
              <a:defRPr sz="1300" b="1" i="0" u="none" strike="noStrike">
                <a:solidFill>
                  <a:srgbClr val="0D1326"/>
                </a:solidFill>
                <a:latin typeface="Noto Sans SC"/>
              </a:defRPr>
            </a:lvl1pPr>
          </a:lstStyle>
          <a:p>
            <a:pPr algn="l">
              <a:lnSpc>
                <a:spcPct val="125000"/>
              </a:lnSpc>
            </a:pPr>
            <a:r>
              <a:rPr sz="1300" b="1" i="0" u="none" strike="noStrike" spc="0">
                <a:solidFill>
                  <a:srgbClr val="0D1326"/>
                </a:solidFill>
                <a:latin typeface="Noto Sans SC"/>
                <a:ea typeface="Noto Sans SC"/>
                <a:cs typeface="Noto Sans SC"/>
                <a:sym typeface="Noto Sans SC"/>
              </a:rPr>
              <a:t>1. Launch &amp; enable ROS 2 Bridge</a:t>
            </a:r>
          </a:p>
        </p:txBody>
      </p:sp>
      <p:sp>
        <p:nvSpPr>
          <p:cNvPr id="6" name="Auto Shape 5"/>
          <p:cNvSpPr>
            <a:spLocks noGrp="1"/>
          </p:cNvSpPr>
          <p:nvPr/>
        </p:nvSpPr>
        <p:spPr>
          <a:xfrm>
            <a:off x="762000" y="2133600"/>
            <a:ext cx="4572000" cy="1651000"/>
          </a:xfrm>
          <a:prstGeom prst="roundRect">
            <a:avLst>
              <a:gd name="adj" fmla="val 0"/>
            </a:avLst>
          </a:prstGeom>
          <a:solidFill>
            <a:srgbClr val="FFFFFF"/>
          </a:solidFill>
          <a:ln w="25400" cap="flat" cmpd="sng">
            <a:noFill/>
            <a:round/>
          </a:ln>
        </p:spPr>
        <p:txBody>
          <a:bodyPr vert="horz" wrap="square" lIns="177800" tIns="177800" rIns="127000" bIns="101600" rtlCol="0" anchor="ctr" anchorCtr="0">
            <a:noAutofit/>
          </a:bodyPr>
          <a:lstStyle>
            <a:lvl1pPr algn="l">
              <a:lnSpc>
                <a:spcPct val="112500"/>
              </a:lnSpc>
              <a:defRPr sz="1050" i="0" u="none" strike="noStrike">
                <a:solidFill>
                  <a:srgbClr val="2B2F36"/>
                </a:solidFill>
                <a:latin typeface="Noto Sans SC"/>
              </a:defRPr>
            </a:lvl1pPr>
          </a:lstStyle>
          <a:p>
            <a:pPr marL="304800" marR="0" indent="-139700" algn="l">
              <a:lnSpc>
                <a:spcPct val="112500"/>
              </a:lnSpc>
              <a:buClr>
                <a:srgbClr val="2B2F36"/>
              </a:buClr>
              <a:buFont typeface="+mj-lt"/>
              <a:buAutoNum type="arabicPeriod"/>
            </a:pPr>
            <a:r>
              <a:rPr sz="1050" b="0" i="0" u="none" strike="noStrike" spc="0">
                <a:solidFill>
                  <a:srgbClr val="2B2F36"/>
                </a:solidFill>
                <a:latin typeface="Noto Sans SC"/>
                <a:ea typeface="Noto Sans SC"/>
                <a:cs typeface="Noto Sans SC"/>
                <a:sym typeface="Noto Sans SC"/>
              </a:rPr>
              <a:t>Terminal: </a:t>
            </a:r>
            <a:r>
              <a:rPr sz="1050" b="1" i="0" u="none" strike="noStrike" spc="0">
                <a:solidFill>
                  <a:srgbClr val="2B2F36"/>
                </a:solidFill>
                <a:latin typeface="Noto Sans SC"/>
                <a:ea typeface="Noto Sans SC"/>
                <a:cs typeface="Noto Sans SC"/>
                <a:sym typeface="Noto Sans SC"/>
              </a:rPr>
              <a:t>source /opt/ros/humble/setup.bash</a:t>
            </a:r>
          </a:p>
          <a:p>
            <a:pPr marL="304800" marR="0" indent="-139700" algn="l">
              <a:lnSpc>
                <a:spcPct val="112500"/>
              </a:lnSpc>
              <a:buClr>
                <a:srgbClr val="2B2F36"/>
              </a:buClr>
              <a:buFont typeface="+mj-lt"/>
              <a:buAutoNum type="arabicPeriod"/>
            </a:pPr>
            <a:r>
              <a:rPr sz="1050" b="0" i="0" u="none" strike="noStrike" spc="0">
                <a:solidFill>
                  <a:srgbClr val="2B2F36"/>
                </a:solidFill>
                <a:latin typeface="Noto Sans SC"/>
                <a:ea typeface="Noto Sans SC"/>
                <a:cs typeface="Noto Sans SC"/>
                <a:sym typeface="Noto Sans SC"/>
              </a:rPr>
              <a:t>Launch: </a:t>
            </a:r>
            <a:r>
              <a:rPr sz="1050" b="1" i="0" u="none" strike="noStrike" spc="0">
                <a:solidFill>
                  <a:srgbClr val="2B2F36"/>
                </a:solidFill>
                <a:latin typeface="Noto Sans SC"/>
                <a:ea typeface="Noto Sans SC"/>
                <a:cs typeface="Noto Sans SC"/>
                <a:sym typeface="Noto Sans SC"/>
              </a:rPr>
              <a:t>./isaac-sim.sh</a:t>
            </a:r>
            <a:r>
              <a:rPr sz="1050" b="0" i="0" u="none" strike="noStrike" spc="0">
                <a:solidFill>
                  <a:srgbClr val="2B2F36"/>
                </a:solidFill>
                <a:latin typeface="Noto Sans SC"/>
                <a:ea typeface="Noto Sans SC"/>
                <a:cs typeface="Noto Sans SC"/>
                <a:sym typeface="Noto Sans SC"/>
              </a:rPr>
              <a:t> (first time is slow)</a:t>
            </a:r>
          </a:p>
          <a:p>
            <a:pPr marL="304800" marR="0" indent="-139700" algn="l">
              <a:lnSpc>
                <a:spcPct val="112500"/>
              </a:lnSpc>
              <a:buClr>
                <a:srgbClr val="2B2F36"/>
              </a:buClr>
              <a:buFont typeface="+mj-lt"/>
              <a:buAutoNum type="arabicPeriod"/>
            </a:pPr>
            <a:r>
              <a:rPr sz="1050" b="1" i="0" u="none" strike="noStrike" spc="0">
                <a:solidFill>
                  <a:srgbClr val="2B2F36"/>
                </a:solidFill>
                <a:latin typeface="Noto Sans SC"/>
                <a:ea typeface="Noto Sans SC"/>
                <a:cs typeface="Noto Sans SC"/>
                <a:sym typeface="Noto Sans SC"/>
              </a:rPr>
              <a:t>Window &gt; Extensions</a:t>
            </a:r>
            <a:r>
              <a:rPr sz="1050" b="0" i="0" u="none" strike="noStrike" spc="0">
                <a:solidFill>
                  <a:srgbClr val="2B2F36"/>
                </a:solidFill>
                <a:latin typeface="Noto Sans SC"/>
                <a:ea typeface="Noto Sans SC"/>
                <a:cs typeface="Noto Sans SC"/>
                <a:sym typeface="Noto Sans SC"/>
              </a:rPr>
              <a:t> → search </a:t>
            </a:r>
            <a:r>
              <a:rPr sz="1050" b="1" i="0" u="none" strike="noStrike" spc="0">
                <a:solidFill>
                  <a:srgbClr val="2B2F36"/>
                </a:solidFill>
                <a:latin typeface="Noto Sans SC"/>
                <a:ea typeface="Noto Sans SC"/>
                <a:cs typeface="Noto Sans SC"/>
                <a:sym typeface="Noto Sans SC"/>
              </a:rPr>
              <a:t>"ROS2"</a:t>
            </a:r>
            <a:r>
              <a:rPr sz="1050" b="0" i="0" u="none" strike="noStrike" spc="0">
                <a:solidFill>
                  <a:srgbClr val="2B2F36"/>
                </a:solidFill>
                <a:latin typeface="Noto Sans SC"/>
                <a:ea typeface="Noto Sans SC"/>
                <a:cs typeface="Noto Sans SC"/>
                <a:sym typeface="Noto Sans SC"/>
              </a:rPr>
              <a:t> → enable </a:t>
            </a:r>
            <a:r>
              <a:rPr sz="1050" b="1" i="0" u="none" strike="noStrike" spc="0">
                <a:solidFill>
                  <a:srgbClr val="2B2F36"/>
                </a:solidFill>
                <a:latin typeface="Noto Sans SC"/>
                <a:ea typeface="Noto Sans SC"/>
                <a:cs typeface="Noto Sans SC"/>
                <a:sym typeface="Noto Sans SC"/>
              </a:rPr>
              <a:t>ROS 2 Bridge</a:t>
            </a:r>
          </a:p>
          <a:p>
            <a:pPr marL="304800" marR="0" indent="-139700" algn="l">
              <a:lnSpc>
                <a:spcPct val="112500"/>
              </a:lnSpc>
              <a:buClr>
                <a:srgbClr val="2B2F36"/>
              </a:buClr>
              <a:buFont typeface="+mj-lt"/>
              <a:buAutoNum type="arabicPeriod"/>
            </a:pPr>
            <a:r>
              <a:rPr sz="1050" b="0" i="0" u="none" strike="noStrike" spc="0">
                <a:solidFill>
                  <a:srgbClr val="2B2F36"/>
                </a:solidFill>
                <a:latin typeface="Noto Sans SC"/>
                <a:ea typeface="Noto Sans SC"/>
                <a:cs typeface="Noto Sans SC"/>
                <a:sym typeface="Noto Sans SC"/>
              </a:rPr>
              <a:t>Create </a:t>
            </a:r>
            <a:r>
              <a:rPr sz="1050" b="1" i="0" u="none" strike="noStrike" spc="0">
                <a:solidFill>
                  <a:srgbClr val="2B2F36"/>
                </a:solidFill>
                <a:latin typeface="Noto Sans SC"/>
                <a:ea typeface="Noto Sans SC"/>
                <a:cs typeface="Noto Sans SC"/>
                <a:sym typeface="Noto Sans SC"/>
              </a:rPr>
              <a:t>ActionGraph</a:t>
            </a:r>
            <a:r>
              <a:rPr sz="1050" b="0" i="0" u="none" strike="noStrike" spc="0">
                <a:solidFill>
                  <a:srgbClr val="2B2F36"/>
                </a:solidFill>
                <a:latin typeface="Noto Sans SC"/>
                <a:ea typeface="Noto Sans SC"/>
                <a:cs typeface="Noto Sans SC"/>
                <a:sym typeface="Noto Sans SC"/>
              </a:rPr>
              <a:t> → rename </a:t>
            </a:r>
            <a:r>
              <a:rPr sz="1050" b="1" i="0" u="none" strike="noStrike" spc="0">
                <a:solidFill>
                  <a:srgbClr val="2B2F36"/>
                </a:solidFill>
                <a:latin typeface="Noto Sans SC"/>
                <a:ea typeface="Noto Sans SC"/>
                <a:cs typeface="Noto Sans SC"/>
                <a:sym typeface="Noto Sans SC"/>
              </a:rPr>
              <a:t>ROS2_LidarStream</a:t>
            </a:r>
          </a:p>
        </p:txBody>
      </p:sp>
      <p:sp>
        <p:nvSpPr>
          <p:cNvPr id="7" name="Auto Shape 6"/>
          <p:cNvSpPr>
            <a:spLocks noGrp="1"/>
          </p:cNvSpPr>
          <p:nvPr/>
        </p:nvSpPr>
        <p:spPr>
          <a:xfrm>
            <a:off x="5588000" y="1778000"/>
            <a:ext cx="5842000" cy="254000"/>
          </a:xfrm>
          <a:prstGeom prst="roundRect">
            <a:avLst>
              <a:gd name="adj" fmla="val 0"/>
            </a:avLst>
          </a:prstGeom>
          <a:noFill/>
          <a:ln w="25400" cap="flat" cmpd="sng">
            <a:noFill/>
            <a:round/>
          </a:ln>
        </p:spPr>
        <p:txBody>
          <a:bodyPr vert="horz" wrap="square" lIns="0" tIns="0" rIns="0" bIns="0" rtlCol="0" anchor="ctr" anchorCtr="0">
            <a:noAutofit/>
          </a:bodyPr>
          <a:lstStyle>
            <a:lvl1pPr algn="l">
              <a:buNone/>
              <a:defRPr sz="1300" b="1" i="0" u="none" strike="noStrike">
                <a:solidFill>
                  <a:srgbClr val="0D1326"/>
                </a:solidFill>
                <a:latin typeface="Noto Sans SC"/>
              </a:defRPr>
            </a:lvl1pPr>
          </a:lstStyle>
          <a:p>
            <a:pPr algn="l">
              <a:lnSpc>
                <a:spcPct val="125000"/>
              </a:lnSpc>
            </a:pPr>
            <a:r>
              <a:rPr sz="1300" b="1" i="0" u="none" strike="noStrike" spc="0">
                <a:solidFill>
                  <a:srgbClr val="0D1326"/>
                </a:solidFill>
                <a:latin typeface="Noto Sans SC"/>
                <a:ea typeface="Noto Sans SC"/>
                <a:cs typeface="Noto Sans SC"/>
                <a:sym typeface="Noto Sans SC"/>
              </a:rPr>
              <a:t>2. Lidar ActionGraph wiring (ROS2_LidarStream)</a:t>
            </a:r>
          </a:p>
        </p:txBody>
      </p:sp>
      <p:sp>
        <p:nvSpPr>
          <p:cNvPr id="8" name="Auto Shape 7"/>
          <p:cNvSpPr>
            <a:spLocks noGrp="1"/>
          </p:cNvSpPr>
          <p:nvPr/>
        </p:nvSpPr>
        <p:spPr>
          <a:xfrm>
            <a:off x="5588000" y="2133600"/>
            <a:ext cx="5842000" cy="1651000"/>
          </a:xfrm>
          <a:prstGeom prst="roundRect">
            <a:avLst>
              <a:gd name="adj" fmla="val 0"/>
            </a:avLst>
          </a:prstGeom>
          <a:solidFill>
            <a:srgbClr val="FFFFFF"/>
          </a:solidFill>
          <a:ln w="25400" cap="flat" cmpd="sng">
            <a:noFill/>
            <a:round/>
          </a:ln>
        </p:spPr>
        <p:txBody>
          <a:bodyPr vert="horz" wrap="square" lIns="63500" tIns="63500" rIns="63500" bIns="63500" rtlCol="0" anchor="ctr">
            <a:noAutofit/>
          </a:bodyPr>
          <a:lstStyle>
            <a:lvl1pPr>
              <a:buNone/>
            </a:lvl1pPr>
          </a:lstStyle>
          <a:p>
            <a:pPr algn="ctr"/>
            <a:endParaRPr/>
          </a:p>
        </p:txBody>
      </p:sp>
      <p:sp>
        <p:nvSpPr>
          <p:cNvPr id="9" name="Auto Shape 8"/>
          <p:cNvSpPr>
            <a:spLocks noGrp="1"/>
          </p:cNvSpPr>
          <p:nvPr/>
        </p:nvSpPr>
        <p:spPr>
          <a:xfrm>
            <a:off x="5651500" y="2349500"/>
            <a:ext cx="1397000" cy="381000"/>
          </a:xfrm>
          <a:prstGeom prst="roundRect">
            <a:avLst>
              <a:gd name="adj" fmla="val 0"/>
            </a:avLst>
          </a:prstGeom>
          <a:solidFill>
            <a:srgbClr val="DCF0DC"/>
          </a:solidFill>
          <a:ln w="12700" cap="flat" cmpd="sng">
            <a:solidFill>
              <a:srgbClr val="787878"/>
            </a:solidFill>
            <a:round/>
          </a:ln>
        </p:spPr>
        <p:txBody>
          <a:bodyPr vert="horz" wrap="square" lIns="25400" tIns="25400" rIns="25400" bIns="25400" rtlCol="0" anchor="ctr" anchorCtr="0">
            <a:noAutofit/>
          </a:bodyPr>
          <a:lstStyle>
            <a:lvl1pPr algn="ctr">
              <a:lnSpc>
                <a:spcPct val="91667"/>
              </a:lnSpc>
              <a:buNone/>
              <a:defRPr sz="850" b="1" i="0" u="none" strike="noStrike">
                <a:solidFill>
                  <a:srgbClr val="2B2F36"/>
                </a:solidFill>
                <a:latin typeface="Noto Sans SC"/>
              </a:defRPr>
            </a:lvl1pPr>
          </a:lstStyle>
          <a:p>
            <a:pPr marR="0" algn="ctr">
              <a:lnSpc>
                <a:spcPct val="91667"/>
              </a:lnSpc>
            </a:pPr>
            <a:r>
              <a:rPr sz="850" b="1" i="0" u="none" strike="noStrike" spc="0">
                <a:solidFill>
                  <a:srgbClr val="2B2F36"/>
                </a:solidFill>
                <a:latin typeface="Noto Sans SC"/>
                <a:ea typeface="Noto Sans SC"/>
                <a:cs typeface="Noto Sans SC"/>
                <a:sym typeface="Noto Sans SC"/>
              </a:rPr>
              <a:t>On Playback Tick</a:t>
            </a:r>
          </a:p>
        </p:txBody>
      </p:sp>
      <p:sp>
        <p:nvSpPr>
          <p:cNvPr id="10" name="Auto Shape 9"/>
          <p:cNvSpPr>
            <a:spLocks noGrp="1"/>
          </p:cNvSpPr>
          <p:nvPr/>
        </p:nvSpPr>
        <p:spPr>
          <a:xfrm>
            <a:off x="7493000" y="2349500"/>
            <a:ext cx="1651000" cy="381000"/>
          </a:xfrm>
          <a:prstGeom prst="roundRect">
            <a:avLst>
              <a:gd name="adj" fmla="val 0"/>
            </a:avLst>
          </a:prstGeom>
          <a:solidFill>
            <a:srgbClr val="FFF0C8"/>
          </a:solidFill>
          <a:ln w="12700" cap="flat" cmpd="sng">
            <a:solidFill>
              <a:srgbClr val="787878"/>
            </a:solidFill>
            <a:round/>
          </a:ln>
        </p:spPr>
        <p:txBody>
          <a:bodyPr vert="horz" wrap="square" lIns="25400" tIns="25400" rIns="25400" bIns="25400" rtlCol="0" anchor="ctr" anchorCtr="0">
            <a:noAutofit/>
          </a:bodyPr>
          <a:lstStyle>
            <a:lvl1pPr algn="ctr">
              <a:lnSpc>
                <a:spcPct val="91667"/>
              </a:lnSpc>
              <a:buNone/>
              <a:defRPr sz="850" b="1" i="0" u="none" strike="noStrike">
                <a:solidFill>
                  <a:srgbClr val="2B2F36"/>
                </a:solidFill>
                <a:latin typeface="Noto Sans SC"/>
              </a:defRPr>
            </a:lvl1pPr>
          </a:lstStyle>
          <a:p>
            <a:pPr marR="0" algn="ctr">
              <a:lnSpc>
                <a:spcPct val="91667"/>
              </a:lnSpc>
            </a:pPr>
            <a:r>
              <a:rPr sz="850" b="1" i="0" u="none" strike="noStrike" spc="0">
                <a:solidFill>
                  <a:srgbClr val="2B2F36"/>
                </a:solidFill>
                <a:latin typeface="Noto Sans SC"/>
                <a:ea typeface="Noto Sans SC"/>
                <a:cs typeface="Noto Sans SC"/>
                <a:sym typeface="Noto Sans SC"/>
              </a:rPr>
              <a:t>Isaac Read Lidar Beams</a:t>
            </a:r>
          </a:p>
        </p:txBody>
      </p:sp>
      <p:sp>
        <p:nvSpPr>
          <p:cNvPr id="11" name="Auto Shape 10"/>
          <p:cNvSpPr>
            <a:spLocks noGrp="1"/>
          </p:cNvSpPr>
          <p:nvPr/>
        </p:nvSpPr>
        <p:spPr>
          <a:xfrm>
            <a:off x="9779000" y="2349500"/>
            <a:ext cx="1651000" cy="381000"/>
          </a:xfrm>
          <a:prstGeom prst="roundRect">
            <a:avLst>
              <a:gd name="adj" fmla="val 0"/>
            </a:avLst>
          </a:prstGeom>
          <a:solidFill>
            <a:srgbClr val="DCF0FF"/>
          </a:solidFill>
          <a:ln w="12700" cap="flat" cmpd="sng">
            <a:solidFill>
              <a:srgbClr val="787878"/>
            </a:solidFill>
            <a:round/>
          </a:ln>
        </p:spPr>
        <p:txBody>
          <a:bodyPr vert="horz" wrap="square" lIns="25400" tIns="25400" rIns="25400" bIns="25400" rtlCol="0" anchor="ctr" anchorCtr="0">
            <a:noAutofit/>
          </a:bodyPr>
          <a:lstStyle>
            <a:lvl1pPr algn="ctr">
              <a:lnSpc>
                <a:spcPct val="91667"/>
              </a:lnSpc>
              <a:buNone/>
              <a:defRPr sz="850" b="1" i="0" u="none" strike="noStrike">
                <a:solidFill>
                  <a:srgbClr val="2B2F36"/>
                </a:solidFill>
                <a:latin typeface="Noto Sans SC"/>
              </a:defRPr>
            </a:lvl1pPr>
          </a:lstStyle>
          <a:p>
            <a:pPr marR="0" algn="ctr">
              <a:lnSpc>
                <a:spcPct val="91667"/>
              </a:lnSpc>
            </a:pPr>
            <a:r>
              <a:rPr sz="850" b="1" i="0" u="none" strike="noStrike" spc="0">
                <a:solidFill>
                  <a:srgbClr val="2B2F36"/>
                </a:solidFill>
                <a:latin typeface="Noto Sans SC"/>
                <a:ea typeface="Noto Sans SC"/>
                <a:cs typeface="Noto Sans SC"/>
                <a:sym typeface="Noto Sans SC"/>
              </a:rPr>
              <a:t>ROS 2 Publish Laser Scan</a:t>
            </a:r>
          </a:p>
        </p:txBody>
      </p:sp>
      <p:sp>
        <p:nvSpPr>
          <p:cNvPr id="12" name="Auto Shape 11"/>
          <p:cNvSpPr>
            <a:spLocks noGrp="1"/>
          </p:cNvSpPr>
          <p:nvPr/>
        </p:nvSpPr>
        <p:spPr>
          <a:xfrm>
            <a:off x="7493000" y="3111500"/>
            <a:ext cx="1905000" cy="381000"/>
          </a:xfrm>
          <a:prstGeom prst="roundRect">
            <a:avLst>
              <a:gd name="adj" fmla="val 0"/>
            </a:avLst>
          </a:prstGeom>
          <a:solidFill>
            <a:srgbClr val="DCF0DC"/>
          </a:solidFill>
          <a:ln w="12700" cap="flat" cmpd="sng">
            <a:solidFill>
              <a:srgbClr val="787878"/>
            </a:solidFill>
            <a:round/>
          </a:ln>
        </p:spPr>
        <p:txBody>
          <a:bodyPr vert="horz" wrap="square" lIns="25400" tIns="25400" rIns="25400" bIns="25400" rtlCol="0" anchor="ctr" anchorCtr="0">
            <a:noAutofit/>
          </a:bodyPr>
          <a:lstStyle>
            <a:lvl1pPr algn="ctr">
              <a:lnSpc>
                <a:spcPct val="91667"/>
              </a:lnSpc>
              <a:buNone/>
              <a:defRPr sz="850" b="1" i="0" u="none" strike="noStrike">
                <a:solidFill>
                  <a:srgbClr val="2B2F36"/>
                </a:solidFill>
                <a:latin typeface="Noto Sans SC"/>
              </a:defRPr>
            </a:lvl1pPr>
          </a:lstStyle>
          <a:p>
            <a:pPr marR="0" algn="ctr">
              <a:lnSpc>
                <a:spcPct val="91667"/>
              </a:lnSpc>
            </a:pPr>
            <a:r>
              <a:rPr sz="850" b="1" i="0" u="none" strike="noStrike" spc="0">
                <a:solidFill>
                  <a:srgbClr val="2B2F36"/>
                </a:solidFill>
                <a:latin typeface="Noto Sans SC"/>
                <a:ea typeface="Noto Sans SC"/>
                <a:cs typeface="Noto Sans SC"/>
                <a:sym typeface="Noto Sans SC"/>
              </a:rPr>
              <a:t>Isaac Read Simulation Time</a:t>
            </a:r>
          </a:p>
        </p:txBody>
      </p:sp>
      <p:cxnSp>
        <p:nvCxnSpPr>
          <p:cNvPr id="13" name="Connector"/>
          <p:cNvCxnSpPr/>
          <p:nvPr/>
        </p:nvCxnSpPr>
        <p:spPr>
          <a:xfrm rot="-98195">
            <a:off x="7048590" y="2533668"/>
            <a:ext cx="444500" cy="12700"/>
          </a:xfrm>
          <a:prstGeom prst="straightConnector1">
            <a:avLst/>
          </a:prstGeom>
          <a:solidFill>
            <a:srgbClr val="DEE0E3"/>
          </a:solidFill>
          <a:ln w="25400" cap="flat" cmpd="sng">
            <a:solidFill>
              <a:srgbClr val="646464"/>
            </a:solidFill>
            <a:round/>
          </a:ln>
        </p:spPr>
      </p:cxnSp>
      <p:sp>
        <p:nvSpPr>
          <p:cNvPr id="14" name="Auto Shape 13"/>
          <p:cNvSpPr>
            <a:spLocks noGrp="1"/>
          </p:cNvSpPr>
          <p:nvPr/>
        </p:nvSpPr>
        <p:spPr>
          <a:xfrm>
            <a:off x="6985000" y="2311400"/>
            <a:ext cx="558800" cy="165100"/>
          </a:xfrm>
          <a:prstGeom prst="roundRect">
            <a:avLst>
              <a:gd name="adj" fmla="val 0"/>
            </a:avLst>
          </a:prstGeom>
          <a:solidFill>
            <a:srgbClr val="F8F9FA"/>
          </a:solidFill>
          <a:ln w="25400" cap="flat" cmpd="sng">
            <a:noFill/>
            <a:round/>
          </a:ln>
        </p:spPr>
        <p:txBody>
          <a:bodyPr vert="horz" wrap="square" lIns="0" tIns="0" rIns="0" bIns="0" rtlCol="0" anchor="ctr" anchorCtr="0">
            <a:noAutofit/>
          </a:bodyPr>
          <a:lstStyle>
            <a:lvl1pPr algn="ctr">
              <a:buNone/>
              <a:defRPr sz="800" b="0" i="0" u="none" strike="noStrike">
                <a:solidFill>
                  <a:srgbClr val="787878"/>
                </a:solidFill>
                <a:latin typeface="Noto Sans SC"/>
              </a:defRPr>
            </a:lvl1pPr>
          </a:lstStyle>
          <a:p>
            <a:pPr algn="ctr">
              <a:lnSpc>
                <a:spcPct val="125000"/>
              </a:lnSpc>
            </a:pPr>
            <a:r>
              <a:rPr sz="800" b="0" i="0" u="none" strike="noStrike" spc="0">
                <a:solidFill>
                  <a:srgbClr val="787878"/>
                </a:solidFill>
                <a:latin typeface="Noto Sans SC"/>
                <a:ea typeface="Noto Sans SC"/>
                <a:cs typeface="Noto Sans SC"/>
                <a:sym typeface="Noto Sans SC"/>
              </a:rPr>
              <a:t>exec</a:t>
            </a:r>
          </a:p>
        </p:txBody>
      </p:sp>
      <p:cxnSp>
        <p:nvCxnSpPr>
          <p:cNvPr id="15" name="Connector"/>
          <p:cNvCxnSpPr/>
          <p:nvPr/>
        </p:nvCxnSpPr>
        <p:spPr>
          <a:xfrm rot="-68746">
            <a:off x="9144063" y="2533663"/>
            <a:ext cx="635000" cy="12700"/>
          </a:xfrm>
          <a:prstGeom prst="straightConnector1">
            <a:avLst/>
          </a:prstGeom>
          <a:solidFill>
            <a:srgbClr val="DEE0E3"/>
          </a:solidFill>
          <a:ln w="25400" cap="flat" cmpd="sng">
            <a:solidFill>
              <a:srgbClr val="646464"/>
            </a:solidFill>
            <a:round/>
          </a:ln>
        </p:spPr>
      </p:cxnSp>
      <p:sp>
        <p:nvSpPr>
          <p:cNvPr id="16" name="Auto Shape 15"/>
          <p:cNvSpPr>
            <a:spLocks noGrp="1"/>
          </p:cNvSpPr>
          <p:nvPr/>
        </p:nvSpPr>
        <p:spPr>
          <a:xfrm>
            <a:off x="9144000" y="2311400"/>
            <a:ext cx="635000" cy="165100"/>
          </a:xfrm>
          <a:prstGeom prst="roundRect">
            <a:avLst>
              <a:gd name="adj" fmla="val 0"/>
            </a:avLst>
          </a:prstGeom>
          <a:solidFill>
            <a:srgbClr val="F8F9FA"/>
          </a:solidFill>
          <a:ln w="25400" cap="flat" cmpd="sng">
            <a:noFill/>
            <a:round/>
          </a:ln>
        </p:spPr>
        <p:txBody>
          <a:bodyPr vert="horz" wrap="square" lIns="0" tIns="0" rIns="0" bIns="0" rtlCol="0" anchor="ctr" anchorCtr="0">
            <a:noAutofit/>
          </a:bodyPr>
          <a:lstStyle>
            <a:lvl1pPr algn="ctr">
              <a:buNone/>
              <a:defRPr sz="800" b="0" i="0" u="none" strike="noStrike">
                <a:solidFill>
                  <a:srgbClr val="787878"/>
                </a:solidFill>
                <a:latin typeface="Noto Sans SC"/>
              </a:defRPr>
            </a:lvl1pPr>
          </a:lstStyle>
          <a:p>
            <a:pPr algn="ctr">
              <a:lnSpc>
                <a:spcPct val="125000"/>
              </a:lnSpc>
            </a:pPr>
            <a:r>
              <a:rPr sz="800" b="0" i="0" u="none" strike="noStrike" spc="0">
                <a:solidFill>
                  <a:srgbClr val="787878"/>
                </a:solidFill>
                <a:latin typeface="Noto Sans SC"/>
                <a:ea typeface="Noto Sans SC"/>
                <a:cs typeface="Noto Sans SC"/>
                <a:sym typeface="Noto Sans SC"/>
              </a:rPr>
              <a:t>Lasers</a:t>
            </a:r>
          </a:p>
        </p:txBody>
      </p:sp>
      <p:cxnSp>
        <p:nvCxnSpPr>
          <p:cNvPr id="17" name="Connector"/>
          <p:cNvCxnSpPr/>
          <p:nvPr/>
        </p:nvCxnSpPr>
        <p:spPr>
          <a:xfrm rot="-620393">
            <a:off x="8428848" y="2914761"/>
            <a:ext cx="2192360" cy="12700"/>
          </a:xfrm>
          <a:prstGeom prst="straightConnector1">
            <a:avLst/>
          </a:prstGeom>
          <a:solidFill>
            <a:srgbClr val="DEE0E3"/>
          </a:solidFill>
          <a:ln w="25400" cap="flat" cmpd="sng">
            <a:solidFill>
              <a:srgbClr val="646464"/>
            </a:solidFill>
            <a:round/>
          </a:ln>
        </p:spPr>
      </p:cxnSp>
      <p:sp>
        <p:nvSpPr>
          <p:cNvPr id="18" name="Auto Shape 17"/>
          <p:cNvSpPr>
            <a:spLocks noGrp="1"/>
          </p:cNvSpPr>
          <p:nvPr/>
        </p:nvSpPr>
        <p:spPr>
          <a:xfrm>
            <a:off x="9144000" y="2501900"/>
            <a:ext cx="762000" cy="165100"/>
          </a:xfrm>
          <a:prstGeom prst="roundRect">
            <a:avLst>
              <a:gd name="adj" fmla="val 0"/>
            </a:avLst>
          </a:prstGeom>
          <a:solidFill>
            <a:srgbClr val="F8F9FA"/>
          </a:solidFill>
          <a:ln w="25400" cap="flat" cmpd="sng">
            <a:noFill/>
            <a:round/>
          </a:ln>
        </p:spPr>
        <p:txBody>
          <a:bodyPr vert="horz" wrap="square" lIns="0" tIns="0" rIns="0" bIns="0" rtlCol="0" anchor="ctr" anchorCtr="0">
            <a:noAutofit/>
          </a:bodyPr>
          <a:lstStyle>
            <a:lvl1pPr algn="ctr">
              <a:buNone/>
              <a:defRPr sz="800" b="0" i="0" u="none" strike="noStrike">
                <a:solidFill>
                  <a:srgbClr val="787878"/>
                </a:solidFill>
                <a:latin typeface="Noto Sans SC"/>
              </a:defRPr>
            </a:lvl1pPr>
          </a:lstStyle>
          <a:p>
            <a:pPr algn="ctr">
              <a:lnSpc>
                <a:spcPct val="125000"/>
              </a:lnSpc>
            </a:pPr>
            <a:r>
              <a:rPr sz="800" b="0" i="0" u="none" strike="noStrike" spc="0">
                <a:solidFill>
                  <a:srgbClr val="787878"/>
                </a:solidFill>
                <a:latin typeface="Noto Sans SC"/>
                <a:ea typeface="Noto Sans SC"/>
                <a:cs typeface="Noto Sans SC"/>
                <a:sym typeface="Noto Sans SC"/>
              </a:rPr>
              <a:t>Timestamp</a:t>
            </a:r>
          </a:p>
        </p:txBody>
      </p:sp>
      <p:cxnSp>
        <p:nvCxnSpPr>
          <p:cNvPr id="19" name="Connector"/>
          <p:cNvCxnSpPr/>
          <p:nvPr/>
        </p:nvCxnSpPr>
        <p:spPr>
          <a:xfrm rot="-4093">
            <a:off x="762004" y="3994151"/>
            <a:ext cx="10668000" cy="12700"/>
          </a:xfrm>
          <a:prstGeom prst="straightConnector1">
            <a:avLst/>
          </a:prstGeom>
          <a:solidFill>
            <a:srgbClr val="DEE0E3"/>
          </a:solidFill>
          <a:ln w="12700" cap="flat" cmpd="sng">
            <a:solidFill>
              <a:srgbClr val="DCDCDC"/>
            </a:solidFill>
            <a:round/>
          </a:ln>
        </p:spPr>
      </p:cxnSp>
      <p:sp>
        <p:nvSpPr>
          <p:cNvPr id="20" name="Auto Shape 19"/>
          <p:cNvSpPr>
            <a:spLocks noGrp="1"/>
          </p:cNvSpPr>
          <p:nvPr/>
        </p:nvSpPr>
        <p:spPr>
          <a:xfrm>
            <a:off x="762000" y="4191000"/>
            <a:ext cx="10668000" cy="254000"/>
          </a:xfrm>
          <a:prstGeom prst="roundRect">
            <a:avLst>
              <a:gd name="adj" fmla="val 0"/>
            </a:avLst>
          </a:prstGeom>
          <a:noFill/>
          <a:ln w="25400" cap="flat" cmpd="sng">
            <a:noFill/>
            <a:round/>
          </a:ln>
        </p:spPr>
        <p:txBody>
          <a:bodyPr vert="horz" wrap="square" lIns="0" tIns="0" rIns="0" bIns="0" rtlCol="0" anchor="ctr" anchorCtr="0">
            <a:noAutofit/>
          </a:bodyPr>
          <a:lstStyle>
            <a:lvl1pPr algn="l">
              <a:buNone/>
              <a:defRPr sz="1300" b="1" i="0" u="none" strike="noStrike">
                <a:solidFill>
                  <a:srgbClr val="0D1326"/>
                </a:solidFill>
                <a:latin typeface="Noto Sans SC"/>
              </a:defRPr>
            </a:lvl1pPr>
          </a:lstStyle>
          <a:p>
            <a:pPr algn="l">
              <a:lnSpc>
                <a:spcPct val="125000"/>
              </a:lnSpc>
            </a:pPr>
            <a:r>
              <a:rPr sz="1300" b="1" i="0" u="none" strike="noStrike" spc="0">
                <a:solidFill>
                  <a:srgbClr val="0D1326"/>
                </a:solidFill>
                <a:latin typeface="Noto Sans SC"/>
                <a:ea typeface="Noto Sans SC"/>
                <a:cs typeface="Noto Sans SC"/>
                <a:sym typeface="Noto Sans SC"/>
              </a:rPr>
              <a:t>3. Visualize in RViz</a:t>
            </a:r>
          </a:p>
        </p:txBody>
      </p:sp>
      <p:sp>
        <p:nvSpPr>
          <p:cNvPr id="21" name="Auto Shape 20"/>
          <p:cNvSpPr>
            <a:spLocks noGrp="1"/>
          </p:cNvSpPr>
          <p:nvPr/>
        </p:nvSpPr>
        <p:spPr>
          <a:xfrm>
            <a:off x="762000" y="4546600"/>
            <a:ext cx="5486400" cy="1397000"/>
          </a:xfrm>
          <a:prstGeom prst="roundRect">
            <a:avLst>
              <a:gd name="adj" fmla="val 0"/>
            </a:avLst>
          </a:prstGeom>
          <a:solidFill>
            <a:srgbClr val="DCF0FF"/>
          </a:solidFill>
          <a:ln w="25400" cap="flat" cmpd="sng">
            <a:noFill/>
            <a:round/>
          </a:ln>
        </p:spPr>
        <p:txBody>
          <a:bodyPr vert="horz" wrap="square" lIns="177800" tIns="177800" rIns="127000" bIns="101600" rtlCol="0" anchor="ctr" anchorCtr="0">
            <a:noAutofit/>
          </a:bodyPr>
          <a:lstStyle>
            <a:lvl1pPr algn="l">
              <a:lnSpc>
                <a:spcPct val="112500"/>
              </a:lnSpc>
              <a:defRPr sz="1100" i="0" u="none" strike="noStrike">
                <a:solidFill>
                  <a:srgbClr val="2B2F36"/>
                </a:solidFill>
                <a:latin typeface="Noto Sans SC"/>
              </a:defRPr>
            </a:lvl1pPr>
          </a:lstStyle>
          <a:p>
            <a:pPr marL="304800" marR="0" indent="-139700" algn="l">
              <a:lnSpc>
                <a:spcPct val="112500"/>
              </a:lnSpc>
              <a:buClr>
                <a:srgbClr val="2B2F36"/>
              </a:buClr>
              <a:buFont typeface="+mj-lt"/>
              <a:buAutoNum type="arabicPeriod"/>
            </a:pPr>
            <a:r>
              <a:rPr sz="1100" b="0" i="0" u="none" strike="noStrike" spc="0" dirty="0">
                <a:solidFill>
                  <a:srgbClr val="2B2F36"/>
                </a:solidFill>
                <a:latin typeface="Noto Sans SC"/>
                <a:ea typeface="Noto Sans SC"/>
                <a:cs typeface="Noto Sans SC"/>
                <a:sym typeface="Noto Sans SC"/>
              </a:rPr>
              <a:t>Press </a:t>
            </a:r>
            <a:r>
              <a:rPr sz="1100" b="1" i="0" u="none" strike="noStrike" spc="0" dirty="0">
                <a:solidFill>
                  <a:srgbClr val="2B2F36"/>
                </a:solidFill>
                <a:latin typeface="Noto Sans SC"/>
                <a:ea typeface="Noto Sans SC"/>
                <a:cs typeface="Noto Sans SC"/>
                <a:sym typeface="Noto Sans SC"/>
              </a:rPr>
              <a:t>Play</a:t>
            </a:r>
            <a:r>
              <a:rPr sz="1100" b="0" i="0" u="none" strike="noStrike" spc="0" dirty="0">
                <a:solidFill>
                  <a:srgbClr val="2B2F36"/>
                </a:solidFill>
                <a:latin typeface="Noto Sans SC"/>
                <a:ea typeface="Noto Sans SC"/>
                <a:cs typeface="Noto Sans SC"/>
                <a:sym typeface="Noto Sans SC"/>
              </a:rPr>
              <a:t> in Isaac Sim</a:t>
            </a:r>
            <a:endParaRPr lang="en-US" altLang="zh-CN" sz="1100" b="0" i="0" u="none" strike="noStrike" spc="0" dirty="0">
              <a:solidFill>
                <a:srgbClr val="2B2F36"/>
              </a:solidFill>
              <a:latin typeface="Noto Sans SC"/>
              <a:ea typeface="Noto Sans SC"/>
              <a:cs typeface="Noto Sans SC"/>
              <a:sym typeface="Noto Sans SC"/>
            </a:endParaRPr>
          </a:p>
          <a:p>
            <a:pPr marL="304800" indent="-139700">
              <a:buClr>
                <a:srgbClr val="2B2F36"/>
              </a:buClr>
              <a:buFont typeface="+mj-lt"/>
              <a:buAutoNum type="arabicPeriod"/>
            </a:pPr>
            <a:r>
              <a:rPr lang="en-US" dirty="0">
                <a:ea typeface="Noto Sans SC"/>
                <a:cs typeface="Noto Sans SC"/>
                <a:sym typeface="Noto Sans SC"/>
              </a:rPr>
              <a:t> Open a t</a:t>
            </a:r>
            <a:r>
              <a:rPr lang="en-US" altLang="zh-CN" dirty="0">
                <a:ea typeface="Noto Sans SC"/>
                <a:cs typeface="Noto Sans SC"/>
                <a:sym typeface="Noto Sans SC"/>
              </a:rPr>
              <a:t>erminal with X11 forwarding, </a:t>
            </a:r>
            <a:r>
              <a:rPr lang="en-US" altLang="zh-CN" dirty="0" err="1">
                <a:ea typeface="Noto Sans SC"/>
                <a:cs typeface="Noto Sans SC"/>
                <a:sym typeface="Noto Sans SC"/>
              </a:rPr>
              <a:t>use:</a:t>
            </a:r>
            <a:r>
              <a:rPr lang="en-US" dirty="0" err="1">
                <a:ea typeface="Noto Sans SC"/>
                <a:cs typeface="Noto Sans SC"/>
                <a:sym typeface="Noto Sans SC"/>
              </a:rPr>
              <a:t>source</a:t>
            </a:r>
            <a:r>
              <a:rPr lang="en-US" dirty="0">
                <a:ea typeface="Noto Sans SC"/>
                <a:cs typeface="Noto Sans SC"/>
                <a:sym typeface="Noto Sans SC"/>
              </a:rPr>
              <a:t> /opt/</a:t>
            </a:r>
            <a:r>
              <a:rPr lang="en-US" dirty="0" err="1">
                <a:ea typeface="Noto Sans SC"/>
                <a:cs typeface="Noto Sans SC"/>
                <a:sym typeface="Noto Sans SC"/>
              </a:rPr>
              <a:t>ros</a:t>
            </a:r>
            <a:r>
              <a:rPr lang="en-US" dirty="0">
                <a:ea typeface="Noto Sans SC"/>
                <a:cs typeface="Noto Sans SC"/>
                <a:sym typeface="Noto Sans SC"/>
              </a:rPr>
              <a:t>/*/</a:t>
            </a:r>
            <a:r>
              <a:rPr lang="en-US" dirty="0" err="1">
                <a:ea typeface="Noto Sans SC"/>
                <a:cs typeface="Noto Sans SC"/>
                <a:sym typeface="Noto Sans SC"/>
              </a:rPr>
              <a:t>setup.bash</a:t>
            </a:r>
            <a:r>
              <a:rPr lang="en-US" dirty="0">
                <a:ea typeface="Noto Sans SC"/>
                <a:cs typeface="Noto Sans SC"/>
                <a:sym typeface="Noto Sans SC"/>
              </a:rPr>
              <a:t> to</a:t>
            </a:r>
            <a:br>
              <a:rPr lang="en-US" dirty="0">
                <a:ea typeface="Noto Sans SC"/>
                <a:cs typeface="Noto Sans SC"/>
                <a:sym typeface="Noto Sans SC"/>
              </a:rPr>
            </a:br>
            <a:r>
              <a:rPr lang="en-US" dirty="0">
                <a:ea typeface="Noto Sans SC"/>
                <a:cs typeface="Noto Sans SC"/>
                <a:sym typeface="Noto Sans SC"/>
              </a:rPr>
              <a:t>establish environment</a:t>
            </a:r>
            <a:endParaRPr sz="1100" b="0" i="0" u="none" strike="noStrike" spc="0" dirty="0">
              <a:solidFill>
                <a:srgbClr val="2B2F36"/>
              </a:solidFill>
              <a:latin typeface="Noto Sans SC"/>
              <a:ea typeface="Noto Sans SC"/>
              <a:cs typeface="Noto Sans SC"/>
              <a:sym typeface="Noto Sans SC"/>
            </a:endParaRPr>
          </a:p>
          <a:p>
            <a:pPr marL="304800" marR="0" indent="-139700" algn="l">
              <a:lnSpc>
                <a:spcPct val="112500"/>
              </a:lnSpc>
              <a:buClr>
                <a:srgbClr val="2B2F36"/>
              </a:buClr>
              <a:buFont typeface="+mj-lt"/>
              <a:buAutoNum type="arabicPeriod"/>
            </a:pPr>
            <a:r>
              <a:rPr lang="en-US" sz="1100" b="0" i="0" u="none" strike="noStrike" spc="0" dirty="0">
                <a:solidFill>
                  <a:srgbClr val="2B2F36"/>
                </a:solidFill>
                <a:latin typeface="Noto Sans SC"/>
                <a:ea typeface="Noto Sans SC"/>
                <a:cs typeface="Noto Sans SC"/>
                <a:sym typeface="Noto Sans SC"/>
              </a:rPr>
              <a:t>In the t</a:t>
            </a:r>
            <a:r>
              <a:rPr sz="1100" b="0" i="0" u="none" strike="noStrike" spc="0" dirty="0">
                <a:solidFill>
                  <a:srgbClr val="2B2F36"/>
                </a:solidFill>
                <a:latin typeface="Noto Sans SC"/>
                <a:ea typeface="Noto Sans SC"/>
                <a:cs typeface="Noto Sans SC"/>
                <a:sym typeface="Noto Sans SC"/>
              </a:rPr>
              <a:t>erminal: </a:t>
            </a:r>
            <a:r>
              <a:rPr sz="1100" b="1" i="0" u="none" strike="noStrike" spc="0" dirty="0">
                <a:solidFill>
                  <a:srgbClr val="2B2F36"/>
                </a:solidFill>
                <a:latin typeface="Noto Sans SC"/>
                <a:ea typeface="Noto Sans SC"/>
                <a:cs typeface="Noto Sans SC"/>
                <a:sym typeface="Noto Sans SC"/>
              </a:rPr>
              <a:t>ros2 topic list</a:t>
            </a:r>
            <a:r>
              <a:rPr sz="1100" b="0" i="0" u="none" strike="noStrike" spc="0" dirty="0">
                <a:solidFill>
                  <a:srgbClr val="2B2F36"/>
                </a:solidFill>
                <a:latin typeface="Noto Sans SC"/>
                <a:ea typeface="Noto Sans SC"/>
                <a:cs typeface="Noto Sans SC"/>
                <a:sym typeface="Noto Sans SC"/>
              </a:rPr>
              <a:t> → expect </a:t>
            </a:r>
            <a:r>
              <a:rPr sz="1100" b="1" i="0" u="none" strike="noStrike" spc="0" dirty="0">
                <a:solidFill>
                  <a:srgbClr val="2B2F36"/>
                </a:solidFill>
                <a:latin typeface="Noto Sans SC"/>
                <a:ea typeface="Noto Sans SC"/>
                <a:cs typeface="Noto Sans SC"/>
                <a:sym typeface="Noto Sans SC"/>
              </a:rPr>
              <a:t>/</a:t>
            </a:r>
            <a:r>
              <a:rPr sz="1100" b="1" i="0" u="none" strike="noStrike" spc="0" dirty="0" err="1">
                <a:solidFill>
                  <a:srgbClr val="2B2F36"/>
                </a:solidFill>
                <a:latin typeface="Noto Sans SC"/>
                <a:ea typeface="Noto Sans SC"/>
                <a:cs typeface="Noto Sans SC"/>
                <a:sym typeface="Noto Sans SC"/>
              </a:rPr>
              <a:t>scan_lidar</a:t>
            </a:r>
            <a:endParaRPr sz="1100" b="1" i="0" u="none" strike="noStrike" spc="0" dirty="0">
              <a:solidFill>
                <a:srgbClr val="2B2F36"/>
              </a:solidFill>
              <a:latin typeface="Noto Sans SC"/>
              <a:ea typeface="Noto Sans SC"/>
              <a:cs typeface="Noto Sans SC"/>
              <a:sym typeface="Noto Sans SC"/>
            </a:endParaRPr>
          </a:p>
          <a:p>
            <a:pPr marL="304800" marR="0" indent="-139700" algn="l">
              <a:lnSpc>
                <a:spcPct val="112500"/>
              </a:lnSpc>
              <a:buClr>
                <a:srgbClr val="2B2F36"/>
              </a:buClr>
              <a:buFont typeface="+mj-lt"/>
              <a:buAutoNum type="arabicPeriod"/>
            </a:pPr>
            <a:r>
              <a:rPr lang="en-US" sz="1100" b="0" i="0" u="none" strike="noStrike" spc="0" dirty="0">
                <a:solidFill>
                  <a:srgbClr val="2B2F36"/>
                </a:solidFill>
                <a:latin typeface="Noto Sans SC"/>
                <a:ea typeface="Noto Sans SC"/>
                <a:cs typeface="Noto Sans SC"/>
                <a:sym typeface="Noto Sans SC"/>
              </a:rPr>
              <a:t>Start </a:t>
            </a:r>
            <a:r>
              <a:rPr lang="en-US" sz="1100" b="0" i="0" u="none" strike="noStrike" spc="0" dirty="0" err="1">
                <a:solidFill>
                  <a:srgbClr val="2B2F36"/>
                </a:solidFill>
                <a:latin typeface="Noto Sans SC"/>
                <a:ea typeface="Noto Sans SC"/>
                <a:cs typeface="Noto Sans SC"/>
                <a:sym typeface="Noto Sans SC"/>
              </a:rPr>
              <a:t>Xlaunch</a:t>
            </a:r>
            <a:r>
              <a:rPr lang="en-US" sz="1100" b="0" i="0" u="none" strike="noStrike" spc="0" dirty="0">
                <a:solidFill>
                  <a:srgbClr val="2B2F36"/>
                </a:solidFill>
                <a:latin typeface="Noto Sans SC"/>
                <a:ea typeface="Noto Sans SC"/>
                <a:cs typeface="Noto Sans SC"/>
                <a:sym typeface="Noto Sans SC"/>
              </a:rPr>
              <a:t> server in Windows, and in terminal </a:t>
            </a:r>
            <a:r>
              <a:rPr sz="1100" b="0" i="0" u="none" strike="noStrike" spc="0" dirty="0">
                <a:solidFill>
                  <a:srgbClr val="2B2F36"/>
                </a:solidFill>
                <a:latin typeface="Noto Sans SC"/>
                <a:ea typeface="Noto Sans SC"/>
                <a:cs typeface="Noto Sans SC"/>
                <a:sym typeface="Noto Sans SC"/>
              </a:rPr>
              <a:t>Launch </a:t>
            </a:r>
            <a:r>
              <a:rPr sz="1100" b="1" i="0" u="none" strike="noStrike" spc="0" dirty="0">
                <a:solidFill>
                  <a:srgbClr val="2B2F36"/>
                </a:solidFill>
                <a:latin typeface="Noto Sans SC"/>
                <a:ea typeface="Noto Sans SC"/>
                <a:cs typeface="Noto Sans SC"/>
                <a:sym typeface="Noto Sans SC"/>
              </a:rPr>
              <a:t>rviz2</a:t>
            </a:r>
            <a:r>
              <a:rPr sz="1100" b="0" i="0" u="none" strike="noStrike" spc="0" dirty="0">
                <a:solidFill>
                  <a:srgbClr val="2B2F36"/>
                </a:solidFill>
                <a:latin typeface="Noto Sans SC"/>
                <a:ea typeface="Noto Sans SC"/>
                <a:cs typeface="Noto Sans SC"/>
                <a:sym typeface="Noto Sans SC"/>
              </a:rPr>
              <a:t>; set </a:t>
            </a:r>
            <a:r>
              <a:rPr sz="1100" b="1" i="0" u="none" strike="noStrike" spc="0" dirty="0">
                <a:solidFill>
                  <a:srgbClr val="2B2F36"/>
                </a:solidFill>
                <a:latin typeface="Noto Sans SC"/>
                <a:ea typeface="Noto Sans SC"/>
                <a:cs typeface="Noto Sans SC"/>
                <a:sym typeface="Noto Sans SC"/>
              </a:rPr>
              <a:t>Fixed Frame = </a:t>
            </a:r>
            <a:r>
              <a:rPr sz="1100" b="1" i="0" u="none" strike="noStrike" spc="0" dirty="0" err="1">
                <a:solidFill>
                  <a:srgbClr val="2B2F36"/>
                </a:solidFill>
                <a:latin typeface="Noto Sans SC"/>
                <a:ea typeface="Noto Sans SC"/>
                <a:cs typeface="Noto Sans SC"/>
                <a:sym typeface="Noto Sans SC"/>
              </a:rPr>
              <a:t>sim_lidar</a:t>
            </a:r>
            <a:endParaRPr sz="1100" b="1" i="0" u="none" strike="noStrike" spc="0" dirty="0">
              <a:solidFill>
                <a:srgbClr val="2B2F36"/>
              </a:solidFill>
              <a:latin typeface="Noto Sans SC"/>
              <a:ea typeface="Noto Sans SC"/>
              <a:cs typeface="Noto Sans SC"/>
              <a:sym typeface="Noto Sans SC"/>
            </a:endParaRPr>
          </a:p>
          <a:p>
            <a:pPr marL="304800" marR="0" indent="-139700" algn="l">
              <a:lnSpc>
                <a:spcPct val="112500"/>
              </a:lnSpc>
              <a:buClr>
                <a:srgbClr val="2B2F36"/>
              </a:buClr>
              <a:buFont typeface="+mj-lt"/>
              <a:buAutoNum type="arabicPeriod"/>
            </a:pPr>
            <a:r>
              <a:rPr lang="en-US" sz="1100" b="0" i="0" u="none" strike="noStrike" spc="0" dirty="0">
                <a:solidFill>
                  <a:srgbClr val="2B2F36"/>
                </a:solidFill>
                <a:latin typeface="Noto Sans SC"/>
                <a:ea typeface="Noto Sans SC"/>
                <a:cs typeface="Noto Sans SC"/>
                <a:sym typeface="Noto Sans SC"/>
              </a:rPr>
              <a:t>In rviz2, </a:t>
            </a:r>
            <a:r>
              <a:rPr sz="1100" b="0" i="0" u="none" strike="noStrike" spc="0" dirty="0">
                <a:solidFill>
                  <a:srgbClr val="2B2F36"/>
                </a:solidFill>
                <a:latin typeface="Noto Sans SC"/>
                <a:ea typeface="Noto Sans SC"/>
                <a:cs typeface="Noto Sans SC"/>
                <a:sym typeface="Noto Sans SC"/>
              </a:rPr>
              <a:t>Add &gt; By Topic &gt; </a:t>
            </a:r>
            <a:r>
              <a:rPr sz="1100" b="1" i="0" u="none" strike="noStrike" spc="0" dirty="0">
                <a:solidFill>
                  <a:srgbClr val="2B2F36"/>
                </a:solidFill>
                <a:latin typeface="Noto Sans SC"/>
                <a:ea typeface="Noto Sans SC"/>
                <a:cs typeface="Noto Sans SC"/>
                <a:sym typeface="Noto Sans SC"/>
              </a:rPr>
              <a:t>Laser Scan</a:t>
            </a:r>
            <a:r>
              <a:rPr sz="1100" b="0" i="0" u="none" strike="noStrike" spc="0" dirty="0">
                <a:solidFill>
                  <a:srgbClr val="2B2F36"/>
                </a:solidFill>
                <a:latin typeface="Noto Sans SC"/>
                <a:ea typeface="Noto Sans SC"/>
                <a:cs typeface="Noto Sans SC"/>
                <a:sym typeface="Noto Sans SC"/>
              </a:rPr>
              <a:t>; drive with WASD, watch red points</a:t>
            </a:r>
          </a:p>
        </p:txBody>
      </p:sp>
      <p:pic>
        <p:nvPicPr>
          <p:cNvPr id="22" name="Picture 21"/>
          <p:cNvPicPr/>
          <p:nvPr/>
        </p:nvPicPr>
        <p:blipFill>
          <a:blip r:embed="rId3"/>
          <a:stretch>
            <a:fillRect/>
          </a:stretch>
        </p:blipFill>
        <p:spPr>
          <a:xfrm>
            <a:off x="6451862" y="3784600"/>
            <a:ext cx="3987276" cy="2738607"/>
          </a:xfrm>
          <a:prstGeom prst="rect">
            <a:avLst/>
          </a:prstGeom>
          <a:ln w="1270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326"/>
            </a:gs>
            <a:gs pos="100000">
              <a:srgbClr val="1E3250"/>
            </a:gs>
          </a:gsLst>
          <a:lin ang="2700000" scaled="0"/>
        </a:gradFill>
        <a:effectLst/>
      </p:bgPr>
    </p:bg>
    <p:spTree>
      <p:nvGrpSpPr>
        <p:cNvPr id="1" name=""/>
        <p:cNvGrpSpPr/>
        <p:nvPr/>
      </p:nvGrpSpPr>
      <p:grpSpPr>
        <a:xfrm>
          <a:off x="0" y="0"/>
          <a:ext cx="0" cy="0"/>
          <a:chOff x="0" y="0"/>
          <a:chExt cx="0" cy="0"/>
        </a:xfrm>
      </p:grpSpPr>
      <p:sp>
        <p:nvSpPr>
          <p:cNvPr id="2" name="Auto Shape 1"/>
          <p:cNvSpPr>
            <a:spLocks noGrp="1"/>
          </p:cNvSpPr>
          <p:nvPr/>
        </p:nvSpPr>
        <p:spPr>
          <a:xfrm>
            <a:off x="0" y="0"/>
            <a:ext cx="152400" cy="6858000"/>
          </a:xfrm>
          <a:prstGeom prst="roundRect">
            <a:avLst>
              <a:gd name="adj" fmla="val 0"/>
            </a:avLst>
          </a:prstGeom>
          <a:solidFill>
            <a:srgbClr val="76B900"/>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3" name="Auto Shape 2"/>
          <p:cNvSpPr>
            <a:spLocks noGrp="1"/>
          </p:cNvSpPr>
          <p:nvPr/>
        </p:nvSpPr>
        <p:spPr>
          <a:xfrm>
            <a:off x="1016000" y="2286000"/>
            <a:ext cx="10160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76B900"/>
                </a:solidFill>
                <a:latin typeface="Noto Sans SC"/>
                <a:ea typeface="Noto Sans SC"/>
                <a:cs typeface="Noto Sans SC"/>
                <a:sym typeface="Noto Sans SC"/>
              </a:rPr>
              <a:t>MODULE 2 · INGESTING ROBOT ASSETS</a:t>
            </a:r>
          </a:p>
        </p:txBody>
      </p:sp>
      <p:sp>
        <p:nvSpPr>
          <p:cNvPr id="4" name="Auto Shape 3"/>
          <p:cNvSpPr>
            <a:spLocks noGrp="1"/>
          </p:cNvSpPr>
          <p:nvPr/>
        </p:nvSpPr>
        <p:spPr>
          <a:xfrm>
            <a:off x="1016000" y="2921000"/>
            <a:ext cx="10160000" cy="1270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08333"/>
              </a:lnSpc>
            </a:pPr>
            <a:r>
              <a:rPr lang="en-US" sz="3600" b="1" i="0" u="none" strike="noStrike" spc="0">
                <a:solidFill>
                  <a:srgbClr val="FFFFFF"/>
                </a:solidFill>
                <a:latin typeface="Noto Sans SC"/>
                <a:ea typeface="Noto Sans SC"/>
                <a:cs typeface="Noto Sans SC"/>
                <a:sym typeface="Noto Sans SC"/>
              </a:rPr>
              <a:t>Import a real robot:</a:t>
            </a:r>
          </a:p>
          <a:p>
            <a:pPr marL="0" marR="0" algn="l">
              <a:lnSpc>
                <a:spcPct val="108333"/>
              </a:lnSpc>
            </a:pPr>
            <a:r>
              <a:rPr lang="en-US" sz="3600" b="1" i="0" u="none" strike="noStrike" spc="0">
                <a:solidFill>
                  <a:srgbClr val="FFFFFF"/>
                </a:solidFill>
                <a:latin typeface="Noto Sans SC"/>
                <a:ea typeface="Noto Sans SC"/>
                <a:cs typeface="Noto Sans SC"/>
                <a:sym typeface="Noto Sans SC"/>
              </a:rPr>
              <a:t>NVIDIA Carter</a:t>
            </a:r>
          </a:p>
        </p:txBody>
      </p:sp>
      <p:sp>
        <p:nvSpPr>
          <p:cNvPr id="5" name="Auto Shape 4"/>
          <p:cNvSpPr>
            <a:spLocks noGrp="1"/>
          </p:cNvSpPr>
          <p:nvPr/>
        </p:nvSpPr>
        <p:spPr>
          <a:xfrm>
            <a:off x="1016000" y="4826000"/>
            <a:ext cx="8890000" cy="762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500" b="0" i="0" u="none" strike="noStrike" spc="0">
                <a:solidFill>
                  <a:srgbClr val="B4BEC8"/>
                </a:solidFill>
                <a:latin typeface="Noto Sans SC"/>
                <a:ea typeface="Noto Sans SC"/>
                <a:cs typeface="Noto Sans SC"/>
                <a:sym typeface="Noto Sans SC"/>
              </a:rPr>
              <a:t>Instead of building from cubes, we import a URDF model of the Carter robot,</a:t>
            </a:r>
          </a:p>
          <a:p>
            <a:pPr marL="0" marR="0" algn="l">
              <a:lnSpc>
                <a:spcPct val="133333"/>
              </a:lnSpc>
            </a:pPr>
            <a:r>
              <a:rPr lang="en-US" sz="1500" b="0" i="0" u="none" strike="noStrike" spc="0">
                <a:solidFill>
                  <a:srgbClr val="B4BEC8"/>
                </a:solidFill>
                <a:latin typeface="Noto Sans SC"/>
                <a:ea typeface="Noto Sans SC"/>
                <a:cs typeface="Noto Sans SC"/>
                <a:sym typeface="Noto Sans SC"/>
              </a:rPr>
              <a:t>add sensors, and bridge to ROS 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5080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MODULE 2 · URDF IMPORT</a:t>
            </a:r>
          </a:p>
        </p:txBody>
      </p:sp>
      <p:sp>
        <p:nvSpPr>
          <p:cNvPr id="3" name="Auto Shape 2"/>
          <p:cNvSpPr>
            <a:spLocks noGrp="1"/>
          </p:cNvSpPr>
          <p:nvPr/>
        </p:nvSpPr>
        <p:spPr>
          <a:xfrm>
            <a:off x="762000" y="863600"/>
            <a:ext cx="10668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400" b="1" i="0" u="none" strike="noStrike" spc="0">
                <a:solidFill>
                  <a:srgbClr val="0D1326"/>
                </a:solidFill>
                <a:latin typeface="Noto Sans SC"/>
                <a:ea typeface="Noto Sans SC"/>
                <a:cs typeface="Noto Sans SC"/>
                <a:sym typeface="Noto Sans SC"/>
              </a:rPr>
              <a:t>Import Carter: step by step</a:t>
            </a:r>
          </a:p>
        </p:txBody>
      </p:sp>
      <p:cxnSp>
        <p:nvCxnSpPr>
          <p:cNvPr id="4" name="Connector"/>
          <p:cNvCxnSpPr/>
          <p:nvPr/>
        </p:nvCxnSpPr>
        <p:spPr>
          <a:xfrm rot="-4092">
            <a:off x="762004" y="1517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7780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What is URDF?</a:t>
            </a:r>
          </a:p>
        </p:txBody>
      </p:sp>
      <p:sp>
        <p:nvSpPr>
          <p:cNvPr id="6" name="Auto Shape 5"/>
          <p:cNvSpPr>
            <a:spLocks noGrp="1"/>
          </p:cNvSpPr>
          <p:nvPr/>
        </p:nvSpPr>
        <p:spPr>
          <a:xfrm>
            <a:off x="762000" y="2133600"/>
            <a:ext cx="10668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0" i="0" u="none" strike="noStrike" spc="0">
                <a:solidFill>
                  <a:srgbClr val="2B2F36"/>
                </a:solidFill>
                <a:latin typeface="Noto Sans SC"/>
                <a:ea typeface="Noto Sans SC"/>
                <a:cs typeface="Noto Sans SC"/>
                <a:sym typeface="Noto Sans SC"/>
              </a:rPr>
              <a:t>URDF is an XML file that describes a robot: its links (bodies) and joints (connections). ROS 2 uses URDF, so importing one means the same model works in simulation and on real hardware.</a:t>
            </a:r>
          </a:p>
        </p:txBody>
      </p:sp>
      <p:sp>
        <p:nvSpPr>
          <p:cNvPr id="7" name="Auto Shape 6"/>
          <p:cNvSpPr>
            <a:spLocks noGrp="1"/>
          </p:cNvSpPr>
          <p:nvPr/>
        </p:nvSpPr>
        <p:spPr>
          <a:xfrm>
            <a:off x="762000" y="27940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Import steps</a:t>
            </a:r>
          </a:p>
        </p:txBody>
      </p:sp>
      <p:sp>
        <p:nvSpPr>
          <p:cNvPr id="8" name="Auto Shape 7"/>
          <p:cNvSpPr>
            <a:spLocks noGrp="1"/>
          </p:cNvSpPr>
          <p:nvPr/>
        </p:nvSpPr>
        <p:spPr>
          <a:xfrm>
            <a:off x="762000" y="3175000"/>
            <a:ext cx="10668000" cy="2540000"/>
          </a:xfrm>
          <a:prstGeom prst="rect">
            <a:avLst/>
          </a:prstGeom>
          <a:noFill/>
          <a:ln w="12700" cap="flat" cmpd="sng">
            <a:noFill/>
            <a:round/>
          </a:ln>
        </p:spPr>
        <p:txBody>
          <a:bodyPr vert="horz" wrap="square" lIns="0" tIns="0" rIns="0" bIns="0" rtlCol="0" anchor="ctr">
            <a:noAutofit/>
          </a:bodyPr>
          <a:lstStyle>
            <a:lvl1pPr algn="l"/>
          </a:lstStyle>
          <a:p>
            <a:pPr marL="165100" marR="0" indent="-165100" algn="l">
              <a:lnSpc>
                <a:spcPct val="150000"/>
              </a:lnSpc>
              <a:buClr>
                <a:srgbClr val="2B2F36"/>
              </a:buClr>
              <a:buFont typeface="+mj-lt"/>
              <a:buAutoNum type="arabicPeriod"/>
            </a:pPr>
            <a:r>
              <a:rPr lang="en-US" sz="1300" b="0" i="0" u="none" strike="noStrike" spc="0">
                <a:solidFill>
                  <a:srgbClr val="2B2F36"/>
                </a:solidFill>
                <a:latin typeface="Noto Sans SC"/>
                <a:ea typeface="Noto Sans SC"/>
                <a:cs typeface="Noto Sans SC"/>
                <a:sym typeface="Noto Sans SC"/>
              </a:rPr>
              <a:t>Open </a:t>
            </a:r>
            <a:r>
              <a:rPr lang="en-US" sz="1300" b="1" i="0" u="none" strike="noStrike" spc="0">
                <a:solidFill>
                  <a:srgbClr val="2B2F36"/>
                </a:solidFill>
                <a:latin typeface="Noto Sans SC"/>
                <a:ea typeface="Noto Sans SC"/>
                <a:cs typeface="Noto Sans SC"/>
                <a:sym typeface="Noto Sans SC"/>
              </a:rPr>
              <a:t>Isaac Utils &gt; File &gt; Import &gt; URDF</a:t>
            </a:r>
          </a:p>
          <a:p>
            <a:pPr marL="165100" marR="0" indent="-165100" algn="l">
              <a:lnSpc>
                <a:spcPct val="150000"/>
              </a:lnSpc>
              <a:buClr>
                <a:srgbClr val="2B2F36"/>
              </a:buClr>
              <a:buFont typeface="+mj-lt"/>
              <a:buAutoNum type="arabicPeriod"/>
            </a:pPr>
            <a:r>
              <a:rPr lang="en-US" sz="1300" b="0" i="0" u="none" strike="noStrike" spc="0">
                <a:solidFill>
                  <a:srgbClr val="2B2F36"/>
                </a:solidFill>
                <a:latin typeface="Noto Sans SC"/>
                <a:ea typeface="Noto Sans SC"/>
                <a:cs typeface="Noto Sans SC"/>
                <a:sym typeface="Noto Sans SC"/>
              </a:rPr>
              <a:t>Browse to the Carter URDF file (included in the Isaac Sim assets folder: </a:t>
            </a:r>
            <a:r>
              <a:rPr lang="en-US" sz="1300" b="0" i="0" u="none" strike="noStrike" spc="0">
                <a:solidFill>
                  <a:srgbClr val="2B2F36"/>
                </a:solidFill>
                <a:latin typeface="Consolas"/>
                <a:ea typeface="Consolas"/>
                <a:cs typeface="Consolas"/>
                <a:sym typeface="Consolas"/>
              </a:rPr>
              <a:t>Isaac/Robots/Carter/carter_v1.urdf</a:t>
            </a:r>
            <a:r>
              <a:rPr lang="en-US" sz="1300" b="0" i="0" u="none" strike="noStrike" spc="0">
                <a:solidFill>
                  <a:srgbClr val="2B2F36"/>
                </a:solidFill>
                <a:latin typeface="Noto Sans SC"/>
                <a:ea typeface="Noto Sans SC"/>
                <a:cs typeface="Noto Sans SC"/>
                <a:sym typeface="Noto Sans SC"/>
              </a:rPr>
              <a:t>)</a:t>
            </a:r>
          </a:p>
          <a:p>
            <a:pPr marL="165100" marR="0" indent="-165100" algn="l">
              <a:lnSpc>
                <a:spcPct val="150000"/>
              </a:lnSpc>
              <a:buClr>
                <a:srgbClr val="2B2F36"/>
              </a:buClr>
              <a:buFont typeface="+mj-lt"/>
              <a:buAutoNum type="arabicPeriod"/>
            </a:pPr>
            <a:r>
              <a:rPr lang="en-US" sz="1300" b="0" i="0" u="none" strike="noStrike" spc="0">
                <a:solidFill>
                  <a:srgbClr val="2B2F36"/>
                </a:solidFill>
                <a:latin typeface="Noto Sans SC"/>
                <a:ea typeface="Noto Sans SC"/>
                <a:cs typeface="Noto Sans SC"/>
                <a:sym typeface="Noto Sans SC"/>
              </a:rPr>
              <a:t>In import settings: check </a:t>
            </a:r>
            <a:r>
              <a:rPr lang="en-US" sz="1300" b="1" i="0" u="none" strike="noStrike" spc="0">
                <a:solidFill>
                  <a:srgbClr val="2B2F36"/>
                </a:solidFill>
                <a:latin typeface="Noto Sans SC"/>
                <a:ea typeface="Noto Sans SC"/>
                <a:cs typeface="Noto Sans SC"/>
                <a:sym typeface="Noto Sans SC"/>
              </a:rPr>
              <a:t>"Merge Fixed Links"</a:t>
            </a:r>
            <a:r>
              <a:rPr lang="en-US" sz="1300" b="0" i="0" u="none" strike="noStrike" spc="0">
                <a:solidFill>
                  <a:srgbClr val="2B2F36"/>
                </a:solidFill>
                <a:latin typeface="Noto Sans SC"/>
                <a:ea typeface="Noto Sans SC"/>
                <a:cs typeface="Noto Sans SC"/>
                <a:sym typeface="Noto Sans SC"/>
              </a:rPr>
              <a:t>, set </a:t>
            </a:r>
            <a:r>
              <a:rPr lang="en-US" sz="1300" b="1" i="0" u="none" strike="noStrike" spc="0">
                <a:solidFill>
                  <a:srgbClr val="2B2F36"/>
                </a:solidFill>
                <a:latin typeface="Noto Sans SC"/>
                <a:ea typeface="Noto Sans SC"/>
                <a:cs typeface="Noto Sans SC"/>
                <a:sym typeface="Noto Sans SC"/>
              </a:rPr>
              <a:t>Default Primitive Resolution = 100000</a:t>
            </a:r>
          </a:p>
          <a:p>
            <a:pPr marL="165100" marR="0" indent="-165100" algn="l">
              <a:lnSpc>
                <a:spcPct val="150000"/>
              </a:lnSpc>
              <a:buClr>
                <a:srgbClr val="2B2F36"/>
              </a:buClr>
              <a:buFont typeface="+mj-lt"/>
              <a:buAutoNum type="arabicPeriod"/>
            </a:pPr>
            <a:r>
              <a:rPr lang="en-US" sz="1300" b="0" i="0" u="none" strike="noStrike" spc="0">
                <a:solidFill>
                  <a:srgbClr val="2B2F36"/>
                </a:solidFill>
                <a:latin typeface="Noto Sans SC"/>
                <a:ea typeface="Noto Sans SC"/>
                <a:cs typeface="Noto Sans SC"/>
                <a:sym typeface="Noto Sans SC"/>
              </a:rPr>
              <a:t>Click </a:t>
            </a:r>
            <a:r>
              <a:rPr lang="en-US" sz="1300" b="1" i="0" u="none" strike="noStrike" spc="0">
                <a:solidFill>
                  <a:srgbClr val="2B2F36"/>
                </a:solidFill>
                <a:latin typeface="Noto Sans SC"/>
                <a:ea typeface="Noto Sans SC"/>
                <a:cs typeface="Noto Sans SC"/>
                <a:sym typeface="Noto Sans SC"/>
              </a:rPr>
              <a:t>Import</a:t>
            </a:r>
            <a:r>
              <a:rPr lang="en-US" sz="1300" b="0" i="0" u="none" strike="noStrike" spc="0">
                <a:solidFill>
                  <a:srgbClr val="2B2F36"/>
                </a:solidFill>
                <a:latin typeface="Noto Sans SC"/>
                <a:ea typeface="Noto Sans SC"/>
                <a:cs typeface="Noto Sans SC"/>
                <a:sym typeface="Noto Sans SC"/>
              </a:rPr>
              <a:t> — wait for the URDF to convert to USD (this takes 30-60 seconds)</a:t>
            </a:r>
          </a:p>
          <a:p>
            <a:pPr marL="165100" marR="0" indent="-165100" algn="l">
              <a:lnSpc>
                <a:spcPct val="150000"/>
              </a:lnSpc>
              <a:buClr>
                <a:srgbClr val="2B2F36"/>
              </a:buClr>
              <a:buFont typeface="+mj-lt"/>
              <a:buAutoNum type="arabicPeriod"/>
            </a:pPr>
            <a:r>
              <a:rPr lang="en-US" sz="1300" b="0" i="0" u="none" strike="noStrike" spc="0">
                <a:solidFill>
                  <a:srgbClr val="2B2F36"/>
                </a:solidFill>
                <a:latin typeface="Noto Sans SC"/>
                <a:ea typeface="Noto Sans SC"/>
                <a:cs typeface="Noto Sans SC"/>
                <a:sym typeface="Noto Sans SC"/>
              </a:rPr>
              <a:t>Press </a:t>
            </a:r>
            <a:r>
              <a:rPr lang="en-US" sz="1300" b="1" i="0" u="none" strike="noStrike" spc="0">
                <a:solidFill>
                  <a:srgbClr val="2B2F36"/>
                </a:solidFill>
                <a:latin typeface="Noto Sans SC"/>
                <a:ea typeface="Noto Sans SC"/>
                <a:cs typeface="Noto Sans SC"/>
                <a:sym typeface="Noto Sans SC"/>
              </a:rPr>
              <a:t>F</a:t>
            </a:r>
            <a:r>
              <a:rPr lang="en-US" sz="1300" b="0" i="0" u="none" strike="noStrike" spc="0">
                <a:solidFill>
                  <a:srgbClr val="2B2F36"/>
                </a:solidFill>
                <a:latin typeface="Noto Sans SC"/>
                <a:ea typeface="Noto Sans SC"/>
                <a:cs typeface="Noto Sans SC"/>
                <a:sym typeface="Noto Sans SC"/>
              </a:rPr>
              <a:t> to frame the robot. You should see the Carter robot model</a:t>
            </a:r>
          </a:p>
          <a:p>
            <a:pPr marL="165100" marR="0" indent="-165100" algn="l">
              <a:lnSpc>
                <a:spcPct val="150000"/>
              </a:lnSpc>
              <a:buClr>
                <a:srgbClr val="2B2F36"/>
              </a:buClr>
              <a:buFont typeface="+mj-lt"/>
              <a:buAutoNum type="arabicPeriod"/>
            </a:pPr>
            <a:r>
              <a:rPr lang="en-US" sz="1300" b="0" i="0" u="none" strike="noStrike" spc="0">
                <a:solidFill>
                  <a:srgbClr val="2B2F36"/>
                </a:solidFill>
                <a:latin typeface="Noto Sans SC"/>
                <a:ea typeface="Noto Sans SC"/>
                <a:cs typeface="Noto Sans SC"/>
                <a:sym typeface="Noto Sans SC"/>
              </a:rPr>
              <a:t>Add a Physics Scene and Ground Plane (same as Module 1), then press Play</a:t>
            </a:r>
          </a:p>
        </p:txBody>
      </p:sp>
      <p:sp>
        <p:nvSpPr>
          <p:cNvPr id="9" name="Auto Shape 8"/>
          <p:cNvSpPr>
            <a:spLocks noGrp="1"/>
          </p:cNvSpPr>
          <p:nvPr/>
        </p:nvSpPr>
        <p:spPr>
          <a:xfrm>
            <a:off x="762000" y="5842000"/>
            <a:ext cx="10668000" cy="635000"/>
          </a:xfrm>
          <a:prstGeom prst="roundRect">
            <a:avLst>
              <a:gd name="adj" fmla="val 0"/>
            </a:avLst>
          </a:prstGeom>
          <a:solidFill>
            <a:srgbClr val="FFF8DC"/>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10" name="Auto Shape 9"/>
          <p:cNvSpPr>
            <a:spLocks noGrp="1"/>
          </p:cNvSpPr>
          <p:nvPr/>
        </p:nvSpPr>
        <p:spPr>
          <a:xfrm>
            <a:off x="1016000" y="5969000"/>
            <a:ext cx="10160000" cy="444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644614"/>
                </a:solidFill>
                <a:latin typeface="Noto Sans SC"/>
                <a:ea typeface="Noto Sans SC"/>
                <a:cs typeface="Noto Sans SC"/>
                <a:sym typeface="Noto Sans SC"/>
              </a:rPr>
              <a:t>Key tip:</a:t>
            </a:r>
            <a:r>
              <a:rPr lang="en-US" sz="1200" b="0" i="0" u="none" strike="noStrike" spc="0">
                <a:solidFill>
                  <a:srgbClr val="644614"/>
                </a:solidFill>
                <a:latin typeface="Noto Sans SC"/>
                <a:ea typeface="Noto Sans SC"/>
                <a:cs typeface="Noto Sans SC"/>
                <a:sym typeface="Noto Sans SC"/>
              </a:rPr>
              <a:t> After import, the robot may be upside down or floating. Use Transform to rotate/translate it. The Carter URDF already includes wheel joints — no need to build them manually.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326"/>
            </a:gs>
            <a:gs pos="100000">
              <a:srgbClr val="1E3250"/>
            </a:gs>
          </a:gsLst>
          <a:lin ang="2700000" scaled="0"/>
        </a:gradFill>
        <a:effectLst/>
      </p:bgPr>
    </p:bg>
    <p:spTree>
      <p:nvGrpSpPr>
        <p:cNvPr id="1" name=""/>
        <p:cNvGrpSpPr/>
        <p:nvPr/>
      </p:nvGrpSpPr>
      <p:grpSpPr>
        <a:xfrm>
          <a:off x="0" y="0"/>
          <a:ext cx="0" cy="0"/>
          <a:chOff x="0" y="0"/>
          <a:chExt cx="0" cy="0"/>
        </a:xfrm>
      </p:grpSpPr>
      <p:sp>
        <p:nvSpPr>
          <p:cNvPr id="2" name="Auto Shape 1"/>
          <p:cNvSpPr>
            <a:spLocks noGrp="1"/>
          </p:cNvSpPr>
          <p:nvPr/>
        </p:nvSpPr>
        <p:spPr>
          <a:xfrm>
            <a:off x="0" y="0"/>
            <a:ext cx="152400" cy="6858000"/>
          </a:xfrm>
          <a:prstGeom prst="roundRect">
            <a:avLst>
              <a:gd name="adj" fmla="val 0"/>
            </a:avLst>
          </a:prstGeom>
          <a:solidFill>
            <a:srgbClr val="76B900"/>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3" name="Auto Shape 2"/>
          <p:cNvSpPr>
            <a:spLocks noGrp="1"/>
          </p:cNvSpPr>
          <p:nvPr/>
        </p:nvSpPr>
        <p:spPr>
          <a:xfrm>
            <a:off x="1016000" y="2032000"/>
            <a:ext cx="10160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76B900"/>
                </a:solidFill>
                <a:latin typeface="Noto Sans SC"/>
                <a:ea typeface="Noto Sans SC"/>
                <a:cs typeface="Noto Sans SC"/>
                <a:sym typeface="Noto Sans SC"/>
              </a:rPr>
              <a:t>MODULE 3 · SYNTHETIC DATA GENERATION</a:t>
            </a:r>
          </a:p>
        </p:txBody>
      </p:sp>
      <p:sp>
        <p:nvSpPr>
          <p:cNvPr id="4" name="Auto Shape 3"/>
          <p:cNvSpPr>
            <a:spLocks noGrp="1"/>
          </p:cNvSpPr>
          <p:nvPr/>
        </p:nvSpPr>
        <p:spPr>
          <a:xfrm>
            <a:off x="1016000" y="2667000"/>
            <a:ext cx="10160000" cy="1524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08333"/>
              </a:lnSpc>
            </a:pPr>
            <a:r>
              <a:rPr lang="en-US" sz="3200" b="1" i="0" u="none" strike="noStrike" spc="0">
                <a:solidFill>
                  <a:srgbClr val="FFFFFF"/>
                </a:solidFill>
                <a:latin typeface="Noto Sans SC"/>
                <a:ea typeface="Noto Sans SC"/>
                <a:cs typeface="Noto Sans SC"/>
                <a:sym typeface="Noto Sans SC"/>
              </a:rPr>
              <a:t>Train your AI perception model</a:t>
            </a:r>
          </a:p>
          <a:p>
            <a:pPr marL="0" marR="0" algn="l">
              <a:lnSpc>
                <a:spcPct val="108333"/>
              </a:lnSpc>
            </a:pPr>
            <a:r>
              <a:rPr lang="en-US" sz="3200" b="1" i="0" u="none" strike="noStrike" spc="0">
                <a:solidFill>
                  <a:srgbClr val="FFFFFF"/>
                </a:solidFill>
                <a:latin typeface="Noto Sans SC"/>
                <a:ea typeface="Noto Sans SC"/>
                <a:cs typeface="Noto Sans SC"/>
                <a:sym typeface="Noto Sans SC"/>
              </a:rPr>
              <a:t>with synthetic data</a:t>
            </a:r>
          </a:p>
        </p:txBody>
      </p:sp>
      <p:sp>
        <p:nvSpPr>
          <p:cNvPr id="5" name="Auto Shape 4"/>
          <p:cNvSpPr>
            <a:spLocks noGrp="1"/>
          </p:cNvSpPr>
          <p:nvPr/>
        </p:nvSpPr>
        <p:spPr>
          <a:xfrm>
            <a:off x="1016000" y="4699000"/>
            <a:ext cx="8890000" cy="1016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500" b="0" i="0" u="none" strike="noStrike" spc="0">
                <a:solidFill>
                  <a:srgbClr val="B4BEC8"/>
                </a:solidFill>
                <a:latin typeface="Noto Sans SC"/>
                <a:ea typeface="Noto Sans SC"/>
                <a:cs typeface="Noto Sans SC"/>
                <a:sym typeface="Noto Sans SC"/>
              </a:rPr>
              <a:t>Use NVIDIA Replicator to generate thousands of labeled training images automatically —</a:t>
            </a:r>
          </a:p>
          <a:p>
            <a:pPr marL="0" marR="0" algn="l">
              <a:lnSpc>
                <a:spcPct val="133333"/>
              </a:lnSpc>
            </a:pPr>
            <a:r>
              <a:rPr lang="en-US" sz="1500" b="0" i="0" u="none" strike="noStrike" spc="0">
                <a:solidFill>
                  <a:srgbClr val="B4BEC8"/>
                </a:solidFill>
                <a:latin typeface="Noto Sans SC"/>
                <a:ea typeface="Noto Sans SC"/>
                <a:cs typeface="Noto Sans SC"/>
                <a:sym typeface="Noto Sans SC"/>
              </a:rPr>
              <a:t>randomize lighting, textures, and object positions, then export with bounding box labels.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5080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MODULE 3 · REPLICATOR</a:t>
            </a:r>
          </a:p>
        </p:txBody>
      </p:sp>
      <p:sp>
        <p:nvSpPr>
          <p:cNvPr id="3" name="Auto Shape 2"/>
          <p:cNvSpPr>
            <a:spLocks noGrp="1"/>
          </p:cNvSpPr>
          <p:nvPr/>
        </p:nvSpPr>
        <p:spPr>
          <a:xfrm>
            <a:off x="762000" y="863600"/>
            <a:ext cx="10668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400" b="1" i="0" u="none" strike="noStrike" spc="0">
                <a:solidFill>
                  <a:srgbClr val="0D1326"/>
                </a:solidFill>
                <a:latin typeface="Noto Sans SC"/>
                <a:ea typeface="Noto Sans SC"/>
                <a:cs typeface="Noto Sans SC"/>
                <a:sym typeface="Noto Sans SC"/>
              </a:rPr>
              <a:t>Run a Replicator script: generate labeled data</a:t>
            </a:r>
          </a:p>
        </p:txBody>
      </p:sp>
      <p:cxnSp>
        <p:nvCxnSpPr>
          <p:cNvPr id="4" name="Connector"/>
          <p:cNvCxnSpPr/>
          <p:nvPr/>
        </p:nvCxnSpPr>
        <p:spPr>
          <a:xfrm rot="-4092">
            <a:off x="762004" y="1517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778000"/>
            <a:ext cx="5334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The big idea: Domain Randomization</a:t>
            </a:r>
          </a:p>
        </p:txBody>
      </p:sp>
      <p:sp>
        <p:nvSpPr>
          <p:cNvPr id="6" name="Auto Shape 5"/>
          <p:cNvSpPr>
            <a:spLocks noGrp="1"/>
          </p:cNvSpPr>
          <p:nvPr/>
        </p:nvSpPr>
        <p:spPr>
          <a:xfrm>
            <a:off x="762000" y="2159000"/>
            <a:ext cx="5334000" cy="1905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41666"/>
              </a:lnSpc>
            </a:pPr>
            <a:r>
              <a:rPr lang="en-US" sz="1300" b="0" i="0" u="none" strike="noStrike" spc="0">
                <a:solidFill>
                  <a:srgbClr val="2B2F36"/>
                </a:solidFill>
                <a:latin typeface="Noto Sans SC"/>
                <a:ea typeface="Noto Sans SC"/>
                <a:cs typeface="Noto Sans SC"/>
                <a:sym typeface="Noto Sans SC"/>
              </a:rPr>
              <a:t>Every frame, randomly change:</a:t>
            </a:r>
          </a:p>
          <a:p>
            <a:pPr marL="165100" marR="0" indent="-165100" algn="l">
              <a:lnSpc>
                <a:spcPct val="141666"/>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Lighting angle, color, and intensity</a:t>
            </a:r>
          </a:p>
          <a:p>
            <a:pPr marL="165100" marR="0" indent="-165100" algn="l">
              <a:lnSpc>
                <a:spcPct val="141666"/>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Object textures (materials)</a:t>
            </a:r>
          </a:p>
          <a:p>
            <a:pPr marL="165100" marR="0" indent="-165100" algn="l">
              <a:lnSpc>
                <a:spcPct val="141666"/>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Camera position and angle</a:t>
            </a:r>
          </a:p>
          <a:p>
            <a:pPr marL="165100" marR="0" indent="-165100" algn="l">
              <a:lnSpc>
                <a:spcPct val="141666"/>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Background and floor materials</a:t>
            </a:r>
          </a:p>
          <a:p>
            <a:pPr marL="0" marR="0" algn="l">
              <a:lnSpc>
                <a:spcPct val="141666"/>
              </a:lnSpc>
            </a:pPr>
            <a:r>
              <a:rPr lang="en-US" sz="1300" b="0" i="0" u="none" strike="noStrike" spc="0">
                <a:solidFill>
                  <a:srgbClr val="2B2F36"/>
                </a:solidFill>
                <a:latin typeface="Noto Sans SC"/>
                <a:ea typeface="Noto Sans SC"/>
                <a:cs typeface="Noto Sans SC"/>
                <a:sym typeface="Noto Sans SC"/>
              </a:rPr>
              <a:t>The AI model learns to be robust to variation instead of memorizing one scene.</a:t>
            </a:r>
          </a:p>
        </p:txBody>
      </p:sp>
      <p:sp>
        <p:nvSpPr>
          <p:cNvPr id="7" name="Auto Shape 6"/>
          <p:cNvSpPr>
            <a:spLocks noGrp="1"/>
          </p:cNvSpPr>
          <p:nvPr/>
        </p:nvSpPr>
        <p:spPr>
          <a:xfrm>
            <a:off x="6350000" y="1778000"/>
            <a:ext cx="5080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Run the example script</a:t>
            </a:r>
          </a:p>
        </p:txBody>
      </p:sp>
      <p:sp>
        <p:nvSpPr>
          <p:cNvPr id="8" name="Auto Shape 7"/>
          <p:cNvSpPr>
            <a:spLocks noGrp="1"/>
          </p:cNvSpPr>
          <p:nvPr/>
        </p:nvSpPr>
        <p:spPr>
          <a:xfrm>
            <a:off x="6350000" y="2159000"/>
            <a:ext cx="5080000" cy="1270000"/>
          </a:xfrm>
          <a:prstGeom prst="roundRect">
            <a:avLst>
              <a:gd name="adj" fmla="val 0"/>
            </a:avLst>
          </a:prstGeom>
          <a:solidFill>
            <a:srgbClr val="282828"/>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9" name="Auto Shape 8"/>
          <p:cNvSpPr>
            <a:spLocks noGrp="1"/>
          </p:cNvSpPr>
          <p:nvPr/>
        </p:nvSpPr>
        <p:spPr>
          <a:xfrm>
            <a:off x="6540500" y="2260600"/>
            <a:ext cx="4699000" cy="1079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100" b="0" i="0" u="none" strike="noStrike" spc="0">
                <a:solidFill>
                  <a:srgbClr val="DCDCDC"/>
                </a:solidFill>
                <a:latin typeface="Consolas"/>
                <a:ea typeface="Consolas"/>
                <a:cs typeface="Consolas"/>
                <a:sym typeface="Consolas"/>
              </a:rPr>
              <a:t># Open Script Editor (Window &gt; Script Editor)</a:t>
            </a:r>
          </a:p>
          <a:p>
            <a:pPr marL="0" marR="0" algn="l">
              <a:lnSpc>
                <a:spcPct val="125000"/>
              </a:lnSpc>
            </a:pPr>
            <a:r>
              <a:rPr lang="en-US" sz="1100" b="0" i="0" u="none" strike="noStrike" spc="0">
                <a:solidFill>
                  <a:srgbClr val="DCDCDC"/>
                </a:solidFill>
                <a:latin typeface="Consolas"/>
                <a:ea typeface="Consolas"/>
                <a:cs typeface="Consolas"/>
                <a:sym typeface="Consolas"/>
              </a:rPr>
              <a:t># Load the Replicator example:</a:t>
            </a:r>
          </a:p>
          <a:p>
            <a:pPr marL="0" marR="0" algn="l">
              <a:lnSpc>
                <a:spcPct val="125000"/>
              </a:lnSpc>
            </a:pPr>
            <a:r>
              <a:rPr lang="en-US" sz="1100" b="0" i="0" u="none" strike="noStrike" spc="0">
                <a:solidFill>
                  <a:srgbClr val="DCDCDC"/>
                </a:solidFill>
                <a:latin typeface="Consolas"/>
                <a:ea typeface="Consolas"/>
                <a:cs typeface="Consolas"/>
                <a:sym typeface="Consolas"/>
              </a:rPr>
              <a:t>./python.sh standalone_examples/</a:t>
            </a:r>
          </a:p>
          <a:p>
            <a:pPr marL="0" marR="0" algn="l">
              <a:lnSpc>
                <a:spcPct val="125000"/>
              </a:lnSpc>
            </a:pPr>
            <a:r>
              <a:rPr lang="en-US" sz="1100" b="0" i="0" u="none" strike="noStrike" spc="0">
                <a:solidFill>
                  <a:srgbClr val="DCDCDC"/>
                </a:solidFill>
                <a:latin typeface="Consolas"/>
                <a:ea typeface="Consolas"/>
                <a:cs typeface="Consolas"/>
                <a:sym typeface="Consolas"/>
              </a:rPr>
              <a:t>api/usd_sensors.py</a:t>
            </a:r>
          </a:p>
        </p:txBody>
      </p:sp>
      <p:sp>
        <p:nvSpPr>
          <p:cNvPr id="10" name="Auto Shape 9"/>
          <p:cNvSpPr>
            <a:spLocks noGrp="1"/>
          </p:cNvSpPr>
          <p:nvPr/>
        </p:nvSpPr>
        <p:spPr>
          <a:xfrm>
            <a:off x="6350000" y="3556000"/>
            <a:ext cx="5080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0" i="0" u="none" strike="noStrike" spc="0">
                <a:solidFill>
                  <a:srgbClr val="2B2F36"/>
                </a:solidFill>
                <a:latin typeface="Noto Sans SC"/>
                <a:ea typeface="Noto Sans SC"/>
                <a:cs typeface="Noto Sans SC"/>
                <a:sym typeface="Noto Sans SC"/>
              </a:rPr>
              <a:t>Output: a folder of PNG images + JSON annotation files with bounding boxes.</a:t>
            </a:r>
          </a:p>
        </p:txBody>
      </p:sp>
      <p:cxnSp>
        <p:nvCxnSpPr>
          <p:cNvPr id="11" name="Connector"/>
          <p:cNvCxnSpPr/>
          <p:nvPr/>
        </p:nvCxnSpPr>
        <p:spPr>
          <a:xfrm rot="-4092">
            <a:off x="762004" y="4311650"/>
            <a:ext cx="10668000" cy="12700"/>
          </a:xfrm>
          <a:prstGeom prst="straightConnector1">
            <a:avLst/>
          </a:prstGeom>
          <a:solidFill>
            <a:srgbClr val="DEE0E3"/>
          </a:solidFill>
          <a:ln w="12700" cap="flat" cmpd="sng">
            <a:solidFill>
              <a:srgbClr val="DCDCDC"/>
            </a:solidFill>
            <a:round/>
          </a:ln>
        </p:spPr>
      </p:cxnSp>
      <p:sp>
        <p:nvSpPr>
          <p:cNvPr id="12" name="Auto Shape 11"/>
          <p:cNvSpPr>
            <a:spLocks noGrp="1"/>
          </p:cNvSpPr>
          <p:nvPr/>
        </p:nvSpPr>
        <p:spPr>
          <a:xfrm>
            <a:off x="762000" y="45085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What you get</a:t>
            </a:r>
          </a:p>
        </p:txBody>
      </p:sp>
      <p:sp>
        <p:nvSpPr>
          <p:cNvPr id="13" name="Auto Shape 12"/>
          <p:cNvSpPr>
            <a:spLocks noGrp="1"/>
          </p:cNvSpPr>
          <p:nvPr/>
        </p:nvSpPr>
        <p:spPr>
          <a:xfrm>
            <a:off x="762000" y="4889500"/>
            <a:ext cx="10668000" cy="1270000"/>
          </a:xfrm>
          <a:prstGeom prst="rect">
            <a:avLst/>
          </a:prstGeom>
          <a:noFill/>
          <a:ln w="12700" cap="flat" cmpd="sng">
            <a:noFill/>
            <a:round/>
          </a:ln>
        </p:spPr>
        <p:txBody>
          <a:bodyPr vert="horz" wrap="square" lIns="0" tIns="0" rIns="0" bIns="0" rtlCol="0" anchor="ctr">
            <a:noAutofit/>
          </a:bodyPr>
          <a:lstStyle>
            <a:lvl1pPr algn="l"/>
          </a:lstStyle>
          <a:p>
            <a:pPr marL="165100" marR="0" indent="-165100" algn="l">
              <a:lnSpc>
                <a:spcPct val="141666"/>
              </a:lnSpc>
              <a:buClr>
                <a:srgbClr val="2B2F36"/>
              </a:buClr>
              <a:buFont typeface="Arial"/>
              <a:buChar char="•"/>
            </a:pPr>
            <a:r>
              <a:rPr lang="en-US" sz="1300" b="1" i="0" u="none" strike="noStrike" spc="0">
                <a:solidFill>
                  <a:srgbClr val="2B2F36"/>
                </a:solidFill>
                <a:latin typeface="Noto Sans SC"/>
                <a:ea typeface="Noto Sans SC"/>
                <a:cs typeface="Noto Sans SC"/>
                <a:sym typeface="Noto Sans SC"/>
              </a:rPr>
              <a:t>RGB images</a:t>
            </a:r>
            <a:r>
              <a:rPr lang="en-US" sz="1300" b="0" i="0" u="none" strike="noStrike" spc="0">
                <a:solidFill>
                  <a:srgbClr val="2B2F36"/>
                </a:solidFill>
                <a:latin typeface="Noto Sans SC"/>
                <a:ea typeface="Noto Sans SC"/>
                <a:cs typeface="Noto Sans SC"/>
                <a:sym typeface="Noto Sans SC"/>
              </a:rPr>
              <a:t> — rendered by the simulation camera</a:t>
            </a:r>
          </a:p>
          <a:p>
            <a:pPr marL="165100" marR="0" indent="-165100" algn="l">
              <a:lnSpc>
                <a:spcPct val="141666"/>
              </a:lnSpc>
              <a:buClr>
                <a:srgbClr val="2B2F36"/>
              </a:buClr>
              <a:buFont typeface="Arial"/>
              <a:buChar char="•"/>
            </a:pPr>
            <a:r>
              <a:rPr lang="en-US" sz="1300" b="1" i="0" u="none" strike="noStrike" spc="0">
                <a:solidFill>
                  <a:srgbClr val="2B2F36"/>
                </a:solidFill>
                <a:latin typeface="Noto Sans SC"/>
                <a:ea typeface="Noto Sans SC"/>
                <a:cs typeface="Noto Sans SC"/>
                <a:sym typeface="Noto Sans SC"/>
              </a:rPr>
              <a:t>Bounding box labels</a:t>
            </a:r>
            <a:r>
              <a:rPr lang="en-US" sz="1300" b="0" i="0" u="none" strike="noStrike" spc="0">
                <a:solidFill>
                  <a:srgbClr val="2B2F36"/>
                </a:solidFill>
                <a:latin typeface="Noto Sans SC"/>
                <a:ea typeface="Noto Sans SC"/>
                <a:cs typeface="Noto Sans SC"/>
                <a:sym typeface="Noto Sans SC"/>
              </a:rPr>
              <a:t> — automatically generated, no human annotation needed</a:t>
            </a:r>
          </a:p>
          <a:p>
            <a:pPr marL="165100" marR="0" indent="-165100" algn="l">
              <a:lnSpc>
                <a:spcPct val="141666"/>
              </a:lnSpc>
              <a:buClr>
                <a:srgbClr val="2B2F36"/>
              </a:buClr>
              <a:buFont typeface="Arial"/>
              <a:buChar char="•"/>
            </a:pPr>
            <a:r>
              <a:rPr lang="en-US" sz="1300" b="1" i="0" u="none" strike="noStrike" spc="0">
                <a:solidFill>
                  <a:srgbClr val="2B2F36"/>
                </a:solidFill>
                <a:latin typeface="Noto Sans SC"/>
                <a:ea typeface="Noto Sans SC"/>
                <a:cs typeface="Noto Sans SC"/>
                <a:sym typeface="Noto Sans SC"/>
              </a:rPr>
              <a:t>Segmentation masks</a:t>
            </a:r>
            <a:r>
              <a:rPr lang="en-US" sz="1300" b="0" i="0" u="none" strike="noStrike" spc="0">
                <a:solidFill>
                  <a:srgbClr val="2B2F36"/>
                </a:solidFill>
                <a:latin typeface="Noto Sans SC"/>
                <a:ea typeface="Noto Sans SC"/>
                <a:cs typeface="Noto Sans SC"/>
                <a:sym typeface="Noto Sans SC"/>
              </a:rPr>
              <a:t> — pixel-level class labels</a:t>
            </a:r>
          </a:p>
          <a:p>
            <a:pPr marL="165100" marR="0" indent="-165100" algn="l">
              <a:lnSpc>
                <a:spcPct val="141666"/>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Feed this dataset into YOLO, Detectron2, or any detection model for fine-tuning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326"/>
            </a:gs>
            <a:gs pos="100000">
              <a:srgbClr val="1E3250"/>
            </a:gs>
          </a:gsLst>
          <a:lin ang="2700000" scaled="0"/>
        </a:gradFill>
        <a:effectLst/>
      </p:bgPr>
    </p:bg>
    <p:spTree>
      <p:nvGrpSpPr>
        <p:cNvPr id="1" name=""/>
        <p:cNvGrpSpPr/>
        <p:nvPr/>
      </p:nvGrpSpPr>
      <p:grpSpPr>
        <a:xfrm>
          <a:off x="0" y="0"/>
          <a:ext cx="0" cy="0"/>
          <a:chOff x="0" y="0"/>
          <a:chExt cx="0" cy="0"/>
        </a:xfrm>
      </p:grpSpPr>
      <p:sp>
        <p:nvSpPr>
          <p:cNvPr id="2" name="Auto Shape 1"/>
          <p:cNvSpPr>
            <a:spLocks noGrp="1"/>
          </p:cNvSpPr>
          <p:nvPr/>
        </p:nvSpPr>
        <p:spPr>
          <a:xfrm>
            <a:off x="0" y="0"/>
            <a:ext cx="152400" cy="6858000"/>
          </a:xfrm>
          <a:prstGeom prst="roundRect">
            <a:avLst>
              <a:gd name="adj" fmla="val 0"/>
            </a:avLst>
          </a:prstGeom>
          <a:solidFill>
            <a:srgbClr val="76B900"/>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3" name="Auto Shape 2"/>
          <p:cNvSpPr>
            <a:spLocks noGrp="1"/>
          </p:cNvSpPr>
          <p:nvPr/>
        </p:nvSpPr>
        <p:spPr>
          <a:xfrm>
            <a:off x="1016000" y="2032000"/>
            <a:ext cx="10160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76B900"/>
                </a:solidFill>
                <a:latin typeface="Noto Sans SC"/>
                <a:ea typeface="Noto Sans SC"/>
                <a:cs typeface="Noto Sans SC"/>
                <a:sym typeface="Noto Sans SC"/>
              </a:rPr>
              <a:t>MODULE 4 · SOFTWARE-IN-THE-LOOP</a:t>
            </a:r>
          </a:p>
        </p:txBody>
      </p:sp>
      <p:sp>
        <p:nvSpPr>
          <p:cNvPr id="4" name="Auto Shape 3"/>
          <p:cNvSpPr>
            <a:spLocks noGrp="1"/>
          </p:cNvSpPr>
          <p:nvPr/>
        </p:nvSpPr>
        <p:spPr>
          <a:xfrm>
            <a:off x="1016000" y="2667000"/>
            <a:ext cx="10160000" cy="1524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08333"/>
              </a:lnSpc>
            </a:pPr>
            <a:r>
              <a:rPr lang="en-US" sz="3200" b="1" i="0" u="none" strike="noStrike" spc="0">
                <a:solidFill>
                  <a:srgbClr val="FFFFFF"/>
                </a:solidFill>
                <a:latin typeface="Noto Sans SC"/>
                <a:ea typeface="Noto Sans SC"/>
                <a:cs typeface="Noto Sans SC"/>
                <a:sym typeface="Noto Sans SC"/>
              </a:rPr>
              <a:t>Drive robots with code:</a:t>
            </a:r>
          </a:p>
          <a:p>
            <a:pPr marL="0" marR="0" algn="l">
              <a:lnSpc>
                <a:spcPct val="108333"/>
              </a:lnSpc>
            </a:pPr>
            <a:r>
              <a:rPr lang="en-US" sz="3200" b="1" i="0" u="none" strike="noStrike" spc="0">
                <a:solidFill>
                  <a:srgbClr val="FFFFFF"/>
                </a:solidFill>
                <a:latin typeface="Noto Sans SC"/>
                <a:ea typeface="Noto Sans SC"/>
                <a:cs typeface="Noto Sans SC"/>
                <a:sym typeface="Noto Sans SC"/>
              </a:rPr>
              <a:t>OmniGraph and Python</a:t>
            </a:r>
          </a:p>
        </p:txBody>
      </p:sp>
      <p:sp>
        <p:nvSpPr>
          <p:cNvPr id="5" name="Auto Shape 4"/>
          <p:cNvSpPr>
            <a:spLocks noGrp="1"/>
          </p:cNvSpPr>
          <p:nvPr/>
        </p:nvSpPr>
        <p:spPr>
          <a:xfrm>
            <a:off x="1016000" y="4699000"/>
            <a:ext cx="8890000" cy="1016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500" b="0" i="0" u="none" strike="noStrike" spc="0">
                <a:solidFill>
                  <a:srgbClr val="B4BEC8"/>
                </a:solidFill>
                <a:latin typeface="Noto Sans SC"/>
                <a:ea typeface="Noto Sans SC"/>
                <a:cs typeface="Noto Sans SC"/>
                <a:sym typeface="Noto Sans SC"/>
              </a:rPr>
              <a:t>Write Python scripts to control the robot, process camera images,</a:t>
            </a:r>
          </a:p>
          <a:p>
            <a:pPr marL="0" marR="0" algn="l">
              <a:lnSpc>
                <a:spcPct val="133333"/>
              </a:lnSpc>
            </a:pPr>
            <a:r>
              <a:rPr lang="en-US" sz="1500" b="0" i="0" u="none" strike="noStrike" spc="0">
                <a:solidFill>
                  <a:srgbClr val="B4BEC8"/>
                </a:solidFill>
                <a:latin typeface="Noto Sans SC"/>
                <a:ea typeface="Noto Sans SC"/>
                <a:cs typeface="Noto Sans SC"/>
                <a:sym typeface="Noto Sans SC"/>
              </a:rPr>
              <a:t>and run perception algorithms — all inside the simulation.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5080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MODULE 4 · SCRIPTING</a:t>
            </a:r>
          </a:p>
        </p:txBody>
      </p:sp>
      <p:sp>
        <p:nvSpPr>
          <p:cNvPr id="3" name="Auto Shape 2"/>
          <p:cNvSpPr>
            <a:spLocks noGrp="1"/>
          </p:cNvSpPr>
          <p:nvPr/>
        </p:nvSpPr>
        <p:spPr>
          <a:xfrm>
            <a:off x="762000" y="863600"/>
            <a:ext cx="10668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400" b="1" i="0" u="none" strike="noStrike" spc="0">
                <a:solidFill>
                  <a:srgbClr val="0D1326"/>
                </a:solidFill>
                <a:latin typeface="Noto Sans SC"/>
                <a:ea typeface="Noto Sans SC"/>
                <a:cs typeface="Noto Sans SC"/>
                <a:sym typeface="Noto Sans SC"/>
              </a:rPr>
              <a:t>Control the robot with Python and OmniGraph</a:t>
            </a:r>
          </a:p>
        </p:txBody>
      </p:sp>
      <p:cxnSp>
        <p:nvCxnSpPr>
          <p:cNvPr id="4" name="Connector"/>
          <p:cNvCxnSpPr/>
          <p:nvPr/>
        </p:nvCxnSpPr>
        <p:spPr>
          <a:xfrm rot="-4092">
            <a:off x="762004" y="1517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778000"/>
            <a:ext cx="5334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OmniGraph: visual node editor</a:t>
            </a:r>
          </a:p>
        </p:txBody>
      </p:sp>
      <p:sp>
        <p:nvSpPr>
          <p:cNvPr id="6" name="Auto Shape 5"/>
          <p:cNvSpPr>
            <a:spLocks noGrp="1"/>
          </p:cNvSpPr>
          <p:nvPr/>
        </p:nvSpPr>
        <p:spPr>
          <a:xfrm>
            <a:off x="762000" y="2159000"/>
            <a:ext cx="5334000" cy="1778000"/>
          </a:xfrm>
          <a:prstGeom prst="rect">
            <a:avLst/>
          </a:prstGeom>
          <a:noFill/>
          <a:ln w="12700" cap="flat" cmpd="sng">
            <a:noFill/>
            <a:round/>
          </a:ln>
        </p:spPr>
        <p:txBody>
          <a:bodyPr vert="horz" wrap="square" lIns="0" tIns="0" rIns="0" bIns="0" rtlCol="0" anchor="ctr">
            <a:noAutofit/>
          </a:bodyPr>
          <a:lstStyle>
            <a:lvl1pPr algn="l"/>
          </a:lstStyle>
          <a:p>
            <a:pPr marL="165100" marR="0" indent="-165100" algn="l">
              <a:lnSpc>
                <a:spcPct val="141666"/>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Open </a:t>
            </a:r>
            <a:r>
              <a:rPr lang="en-US" sz="1300" b="1" i="0" u="none" strike="noStrike" spc="0">
                <a:solidFill>
                  <a:srgbClr val="2B2F36"/>
                </a:solidFill>
                <a:latin typeface="Noto Sans SC"/>
                <a:ea typeface="Noto Sans SC"/>
                <a:cs typeface="Noto Sans SC"/>
                <a:sym typeface="Noto Sans SC"/>
              </a:rPr>
              <a:t>Window &gt; Visual Scripting</a:t>
            </a:r>
          </a:p>
          <a:p>
            <a:pPr marL="165100" marR="0" indent="-165100" algn="l">
              <a:lnSpc>
                <a:spcPct val="141666"/>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Nodes = functions (Read Joint State, Apply Action, Camera Sample)</a:t>
            </a:r>
          </a:p>
          <a:p>
            <a:pPr marL="165100" marR="0" indent="-165100" algn="l">
              <a:lnSpc>
                <a:spcPct val="141666"/>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Connect nodes with wires to build a data flow graph</a:t>
            </a:r>
          </a:p>
          <a:p>
            <a:pPr marL="165100" marR="0" indent="-165100" algn="l">
              <a:lnSpc>
                <a:spcPct val="141666"/>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Good for: camera publishing, sensor reading, basic control loops</a:t>
            </a:r>
          </a:p>
        </p:txBody>
      </p:sp>
      <p:sp>
        <p:nvSpPr>
          <p:cNvPr id="7" name="Auto Shape 6"/>
          <p:cNvSpPr>
            <a:spLocks noGrp="1"/>
          </p:cNvSpPr>
          <p:nvPr/>
        </p:nvSpPr>
        <p:spPr>
          <a:xfrm>
            <a:off x="6350000" y="1778000"/>
            <a:ext cx="5080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Python Scripting</a:t>
            </a:r>
          </a:p>
        </p:txBody>
      </p:sp>
      <p:sp>
        <p:nvSpPr>
          <p:cNvPr id="8" name="Auto Shape 7"/>
          <p:cNvSpPr>
            <a:spLocks noGrp="1"/>
          </p:cNvSpPr>
          <p:nvPr/>
        </p:nvSpPr>
        <p:spPr>
          <a:xfrm>
            <a:off x="6350000" y="2159000"/>
            <a:ext cx="5080000" cy="1270000"/>
          </a:xfrm>
          <a:prstGeom prst="roundRect">
            <a:avLst>
              <a:gd name="adj" fmla="val 0"/>
            </a:avLst>
          </a:prstGeom>
          <a:solidFill>
            <a:srgbClr val="282828"/>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9" name="Auto Shape 8"/>
          <p:cNvSpPr>
            <a:spLocks noGrp="1"/>
          </p:cNvSpPr>
          <p:nvPr/>
        </p:nvSpPr>
        <p:spPr>
          <a:xfrm>
            <a:off x="6540500" y="2260600"/>
            <a:ext cx="4699000" cy="1079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100" b="0" i="0" u="none" strike="noStrike" spc="0">
                <a:solidFill>
                  <a:srgbClr val="DCDCDC"/>
                </a:solidFill>
                <a:latin typeface="Consolas"/>
                <a:ea typeface="Consolas"/>
                <a:cs typeface="Consolas"/>
                <a:sym typeface="Consolas"/>
              </a:rPr>
              <a:t>import omni.isaac.core as ic</a:t>
            </a:r>
          </a:p>
          <a:p>
            <a:pPr marL="0" marR="0" algn="l">
              <a:lnSpc>
                <a:spcPct val="125000"/>
              </a:lnSpc>
            </a:pPr>
            <a:r>
              <a:rPr lang="en-US" sz="1100" b="0" i="0" u="none" strike="noStrike" spc="0">
                <a:solidFill>
                  <a:srgbClr val="DCDCDC"/>
                </a:solidFill>
                <a:latin typeface="Consolas"/>
                <a:ea typeface="Consolas"/>
                <a:cs typeface="Consolas"/>
                <a:sym typeface="Consolas"/>
              </a:rPr>
              <a:t>robot = ic.robot.Leonard()</a:t>
            </a:r>
          </a:p>
          <a:p>
            <a:pPr marL="0" marR="0" algn="l">
              <a:lnSpc>
                <a:spcPct val="125000"/>
              </a:lnSpc>
            </a:pPr>
            <a:r>
              <a:rPr lang="en-US" sz="1100" b="0" i="0" u="none" strike="noStrike" spc="0">
                <a:solidFill>
                  <a:srgbClr val="DCDCDC"/>
                </a:solidFill>
                <a:latin typeface="Consolas"/>
                <a:ea typeface="Consolas"/>
                <a:cs typeface="Consolas"/>
                <a:sym typeface="Consolas"/>
              </a:rPr>
              <a:t>robot.apply_wheel_actions(</a:t>
            </a:r>
          </a:p>
          <a:p>
            <a:pPr marL="0" marR="0" algn="l">
              <a:lnSpc>
                <a:spcPct val="125000"/>
              </a:lnSpc>
            </a:pPr>
            <a:r>
              <a:rPr lang="en-US" sz="1100" b="0" i="0" u="none" strike="noStrike" spc="0">
                <a:solidFill>
                  <a:srgbClr val="DCDCDC"/>
                </a:solidFill>
                <a:latin typeface="Consolas"/>
                <a:ea typeface="Consolas"/>
                <a:cs typeface="Consolas"/>
                <a:sym typeface="Consolas"/>
              </a:rPr>
              <a:t>ic.utils.DiffDriveAction(0.5, 0.0))</a:t>
            </a:r>
          </a:p>
        </p:txBody>
      </p:sp>
      <p:sp>
        <p:nvSpPr>
          <p:cNvPr id="10" name="Auto Shape 9"/>
          <p:cNvSpPr>
            <a:spLocks noGrp="1"/>
          </p:cNvSpPr>
          <p:nvPr/>
        </p:nvSpPr>
        <p:spPr>
          <a:xfrm>
            <a:off x="6350000" y="3556000"/>
            <a:ext cx="5080000" cy="381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0" i="0" u="none" strike="noStrike" spc="0">
                <a:solidFill>
                  <a:srgbClr val="2B2F36"/>
                </a:solidFill>
                <a:latin typeface="Noto Sans SC"/>
                <a:ea typeface="Noto Sans SC"/>
                <a:cs typeface="Noto Sans SC"/>
                <a:sym typeface="Noto Sans SC"/>
              </a:rPr>
              <a:t>Open Script Editor (Window &gt; Script Editor) and write Python.</a:t>
            </a:r>
          </a:p>
        </p:txBody>
      </p:sp>
      <p:cxnSp>
        <p:nvCxnSpPr>
          <p:cNvPr id="11" name="Connector"/>
          <p:cNvCxnSpPr/>
          <p:nvPr/>
        </p:nvCxnSpPr>
        <p:spPr>
          <a:xfrm rot="-4092">
            <a:off x="762004" y="4184650"/>
            <a:ext cx="10668000" cy="12700"/>
          </a:xfrm>
          <a:prstGeom prst="straightConnector1">
            <a:avLst/>
          </a:prstGeom>
          <a:solidFill>
            <a:srgbClr val="DEE0E3"/>
          </a:solidFill>
          <a:ln w="12700" cap="flat" cmpd="sng">
            <a:solidFill>
              <a:srgbClr val="DCDCDC"/>
            </a:solidFill>
            <a:round/>
          </a:ln>
        </p:spPr>
      </p:cxnSp>
      <p:sp>
        <p:nvSpPr>
          <p:cNvPr id="12" name="Auto Shape 11"/>
          <p:cNvSpPr>
            <a:spLocks noGrp="1"/>
          </p:cNvSpPr>
          <p:nvPr/>
        </p:nvSpPr>
        <p:spPr>
          <a:xfrm>
            <a:off x="762000" y="43815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Image segmentation demo</a:t>
            </a:r>
          </a:p>
        </p:txBody>
      </p:sp>
      <p:sp>
        <p:nvSpPr>
          <p:cNvPr id="13" name="Auto Shape 12"/>
          <p:cNvSpPr>
            <a:spLocks noGrp="1"/>
          </p:cNvSpPr>
          <p:nvPr/>
        </p:nvSpPr>
        <p:spPr>
          <a:xfrm>
            <a:off x="762000" y="4762500"/>
            <a:ext cx="10668000" cy="1397000"/>
          </a:xfrm>
          <a:prstGeom prst="rect">
            <a:avLst/>
          </a:prstGeom>
          <a:noFill/>
          <a:ln w="12700" cap="flat" cmpd="sng">
            <a:noFill/>
            <a:round/>
          </a:ln>
        </p:spPr>
        <p:txBody>
          <a:bodyPr vert="horz" wrap="square" lIns="0" tIns="0" rIns="0" bIns="0" rtlCol="0" anchor="ctr">
            <a:noAutofit/>
          </a:bodyPr>
          <a:lstStyle>
            <a:lvl1pPr algn="l"/>
          </a:lstStyle>
          <a:p>
            <a:pPr marL="165100" marR="0" indent="-165100" algn="l">
              <a:lnSpc>
                <a:spcPct val="141666"/>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Add a Camera to the robot, then use </a:t>
            </a:r>
            <a:r>
              <a:rPr lang="en-US" sz="1300" b="1" i="0" u="none" strike="noStrike" spc="0">
                <a:solidFill>
                  <a:srgbClr val="2B2F36"/>
                </a:solidFill>
                <a:latin typeface="Noto Sans SC"/>
                <a:ea typeface="Noto Sans SC"/>
                <a:cs typeface="Noto Sans SC"/>
                <a:sym typeface="Noto Sans SC"/>
              </a:rPr>
              <a:t>Create &gt; Prediction &gt; Bounding Box</a:t>
            </a:r>
            <a:r>
              <a:rPr lang="en-US" sz="1300" b="0" i="0" u="none" strike="noStrike" spc="0">
                <a:solidFill>
                  <a:srgbClr val="2B2F36"/>
                </a:solidFill>
                <a:latin typeface="Noto Sans SC"/>
                <a:ea typeface="Noto Sans SC"/>
                <a:cs typeface="Noto Sans SC"/>
                <a:sym typeface="Noto Sans SC"/>
              </a:rPr>
              <a:t> to draw detection boxes</a:t>
            </a:r>
          </a:p>
          <a:p>
            <a:pPr marL="165100" marR="0" indent="-165100" algn="l">
              <a:lnSpc>
                <a:spcPct val="141666"/>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Run the segmentation example: the camera view overlays colored masks for each object class</a:t>
            </a:r>
          </a:p>
          <a:p>
            <a:pPr marL="165100" marR="0" indent="-165100" algn="l">
              <a:lnSpc>
                <a:spcPct val="141666"/>
              </a:lnSpc>
              <a:buClr>
                <a:srgbClr val="2B2F36"/>
              </a:buClr>
              <a:buFont typeface="Arial"/>
              <a:buChar char="•"/>
            </a:pPr>
            <a:r>
              <a:rPr lang="en-US" sz="1300" b="0" i="0" u="none" strike="noStrike" spc="0">
                <a:solidFill>
                  <a:srgbClr val="2B2F36"/>
                </a:solidFill>
                <a:latin typeface="Noto Sans SC"/>
                <a:ea typeface="Noto Sans SC"/>
                <a:cs typeface="Noto Sans SC"/>
                <a:sym typeface="Noto Sans SC"/>
              </a:rPr>
              <a:t>This is the same perception pipeline you would deploy on a real robot — tested here in simulation first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326"/>
            </a:gs>
            <a:gs pos="100000">
              <a:srgbClr val="1E3250"/>
            </a:gs>
          </a:gsLst>
          <a:lin ang="2700000" scaled="0"/>
        </a:gradFill>
        <a:effectLst/>
      </p:bgPr>
    </p:bg>
    <p:spTree>
      <p:nvGrpSpPr>
        <p:cNvPr id="1" name=""/>
        <p:cNvGrpSpPr/>
        <p:nvPr/>
      </p:nvGrpSpPr>
      <p:grpSpPr>
        <a:xfrm>
          <a:off x="0" y="0"/>
          <a:ext cx="0" cy="0"/>
          <a:chOff x="0" y="0"/>
          <a:chExt cx="0" cy="0"/>
        </a:xfrm>
      </p:grpSpPr>
      <p:sp>
        <p:nvSpPr>
          <p:cNvPr id="2" name="Auto Shape 1"/>
          <p:cNvSpPr>
            <a:spLocks noGrp="1"/>
          </p:cNvSpPr>
          <p:nvPr/>
        </p:nvSpPr>
        <p:spPr>
          <a:xfrm>
            <a:off x="0" y="0"/>
            <a:ext cx="152400" cy="6858000"/>
          </a:xfrm>
          <a:prstGeom prst="roundRect">
            <a:avLst>
              <a:gd name="adj" fmla="val 0"/>
            </a:avLst>
          </a:prstGeom>
          <a:solidFill>
            <a:srgbClr val="76B900"/>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3" name="Auto Shape 2"/>
          <p:cNvSpPr>
            <a:spLocks noGrp="1"/>
          </p:cNvSpPr>
          <p:nvPr/>
        </p:nvSpPr>
        <p:spPr>
          <a:xfrm>
            <a:off x="1016000" y="2032000"/>
            <a:ext cx="10160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76B900"/>
                </a:solidFill>
                <a:latin typeface="Noto Sans SC"/>
                <a:ea typeface="Noto Sans SC"/>
                <a:cs typeface="Noto Sans SC"/>
                <a:sym typeface="Noto Sans SC"/>
              </a:rPr>
              <a:t>MODULE 5 · HARDWARE-IN-THE-LOOP</a:t>
            </a:r>
          </a:p>
        </p:txBody>
      </p:sp>
      <p:sp>
        <p:nvSpPr>
          <p:cNvPr id="4" name="Auto Shape 3"/>
          <p:cNvSpPr>
            <a:spLocks noGrp="1"/>
          </p:cNvSpPr>
          <p:nvPr/>
        </p:nvSpPr>
        <p:spPr>
          <a:xfrm>
            <a:off x="1016000" y="2667000"/>
            <a:ext cx="10160000" cy="1524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08333"/>
              </a:lnSpc>
            </a:pPr>
            <a:r>
              <a:rPr lang="en-US" sz="3200" b="1" i="0" u="none" strike="noStrike" spc="0">
                <a:solidFill>
                  <a:srgbClr val="FFFFFF"/>
                </a:solidFill>
                <a:latin typeface="Noto Sans SC"/>
                <a:ea typeface="Noto Sans SC"/>
                <a:cs typeface="Noto Sans SC"/>
                <a:sym typeface="Noto Sans SC"/>
              </a:rPr>
              <a:t>Deploy to a real robot:</a:t>
            </a:r>
          </a:p>
          <a:p>
            <a:pPr marL="0" marR="0" algn="l">
              <a:lnSpc>
                <a:spcPct val="108333"/>
              </a:lnSpc>
            </a:pPr>
            <a:r>
              <a:rPr lang="en-US" sz="3200" b="1" i="0" u="none" strike="noStrike" spc="0">
                <a:solidFill>
                  <a:srgbClr val="FFFFFF"/>
                </a:solidFill>
                <a:latin typeface="Noto Sans SC"/>
                <a:ea typeface="Noto Sans SC"/>
                <a:cs typeface="Noto Sans SC"/>
                <a:sym typeface="Noto Sans SC"/>
              </a:rPr>
              <a:t>NVIDIA Jetson</a:t>
            </a:r>
          </a:p>
        </p:txBody>
      </p:sp>
      <p:sp>
        <p:nvSpPr>
          <p:cNvPr id="5" name="Auto Shape 4"/>
          <p:cNvSpPr>
            <a:spLocks noGrp="1"/>
          </p:cNvSpPr>
          <p:nvPr/>
        </p:nvSpPr>
        <p:spPr>
          <a:xfrm>
            <a:off x="1016000" y="4699000"/>
            <a:ext cx="8890000" cy="1016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500" b="0" i="0" u="none" strike="noStrike" spc="0">
                <a:solidFill>
                  <a:srgbClr val="B4BEC8"/>
                </a:solidFill>
                <a:latin typeface="Noto Sans SC"/>
                <a:ea typeface="Noto Sans SC"/>
                <a:cs typeface="Noto Sans SC"/>
                <a:sym typeface="Noto Sans SC"/>
              </a:rPr>
              <a:t>Run Isaac ROS on a Jetson Orin/Nano, connect it to Isaac Sim,</a:t>
            </a:r>
          </a:p>
          <a:p>
            <a:pPr marL="0" marR="0" algn="l">
              <a:lnSpc>
                <a:spcPct val="133333"/>
              </a:lnSpc>
            </a:pPr>
            <a:r>
              <a:rPr lang="en-US" sz="1500" b="0" i="0" u="none" strike="noStrike" spc="0">
                <a:solidFill>
                  <a:srgbClr val="B4BEC8"/>
                </a:solidFill>
                <a:latin typeface="Noto Sans SC"/>
                <a:ea typeface="Noto Sans SC"/>
                <a:cs typeface="Noto Sans SC"/>
                <a:sym typeface="Noto Sans SC"/>
              </a:rPr>
              <a:t>and test your control stack with real hardware in the loop.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Auto Shape 1"/>
          <p:cNvSpPr>
            <a:spLocks noGrp="1"/>
          </p:cNvSpPr>
          <p:nvPr/>
        </p:nvSpPr>
        <p:spPr>
          <a:xfrm>
            <a:off x="762000" y="508000"/>
            <a:ext cx="10668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200" b="1" i="0" u="none" strike="noStrike" spc="0">
                <a:solidFill>
                  <a:srgbClr val="76B900"/>
                </a:solidFill>
                <a:latin typeface="Noto Sans SC"/>
                <a:ea typeface="Noto Sans SC"/>
                <a:cs typeface="Noto Sans SC"/>
                <a:sym typeface="Noto Sans SC"/>
              </a:rPr>
              <a:t>MODULE 5 · JETSON SETUP</a:t>
            </a:r>
          </a:p>
        </p:txBody>
      </p:sp>
      <p:sp>
        <p:nvSpPr>
          <p:cNvPr id="3" name="Auto Shape 2"/>
          <p:cNvSpPr>
            <a:spLocks noGrp="1"/>
          </p:cNvSpPr>
          <p:nvPr/>
        </p:nvSpPr>
        <p:spPr>
          <a:xfrm>
            <a:off x="762000" y="863600"/>
            <a:ext cx="10668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2400" b="1" i="0" u="none" strike="noStrike" spc="0">
                <a:solidFill>
                  <a:srgbClr val="0D1326"/>
                </a:solidFill>
                <a:latin typeface="Noto Sans SC"/>
                <a:ea typeface="Noto Sans SC"/>
                <a:cs typeface="Noto Sans SC"/>
                <a:sym typeface="Noto Sans SC"/>
              </a:rPr>
              <a:t>Set up Jetson and deploy Isaac ROS</a:t>
            </a:r>
          </a:p>
        </p:txBody>
      </p:sp>
      <p:cxnSp>
        <p:nvCxnSpPr>
          <p:cNvPr id="4" name="Connector"/>
          <p:cNvCxnSpPr/>
          <p:nvPr/>
        </p:nvCxnSpPr>
        <p:spPr>
          <a:xfrm rot="-4092">
            <a:off x="762004" y="1517650"/>
            <a:ext cx="10668000" cy="12700"/>
          </a:xfrm>
          <a:prstGeom prst="straightConnector1">
            <a:avLst/>
          </a:prstGeom>
          <a:solidFill>
            <a:srgbClr val="DEE0E3"/>
          </a:solidFill>
          <a:ln w="12700" cap="flat" cmpd="sng">
            <a:solidFill>
              <a:srgbClr val="DCDCDC"/>
            </a:solidFill>
            <a:round/>
          </a:ln>
        </p:spPr>
      </p:cxnSp>
      <p:sp>
        <p:nvSpPr>
          <p:cNvPr id="5" name="Auto Shape 4"/>
          <p:cNvSpPr>
            <a:spLocks noGrp="1"/>
          </p:cNvSpPr>
          <p:nvPr/>
        </p:nvSpPr>
        <p:spPr>
          <a:xfrm>
            <a:off x="762000" y="1778000"/>
            <a:ext cx="5334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On the Jetson:</a:t>
            </a:r>
          </a:p>
        </p:txBody>
      </p:sp>
      <p:sp>
        <p:nvSpPr>
          <p:cNvPr id="6" name="Auto Shape 5"/>
          <p:cNvSpPr>
            <a:spLocks noGrp="1"/>
          </p:cNvSpPr>
          <p:nvPr/>
        </p:nvSpPr>
        <p:spPr>
          <a:xfrm>
            <a:off x="762000" y="2159000"/>
            <a:ext cx="5334000" cy="1778000"/>
          </a:xfrm>
          <a:prstGeom prst="roundRect">
            <a:avLst>
              <a:gd name="adj" fmla="val 0"/>
            </a:avLst>
          </a:prstGeom>
          <a:solidFill>
            <a:srgbClr val="282828"/>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7" name="Auto Shape 6"/>
          <p:cNvSpPr>
            <a:spLocks noGrp="1"/>
          </p:cNvSpPr>
          <p:nvPr/>
        </p:nvSpPr>
        <p:spPr>
          <a:xfrm>
            <a:off x="952500" y="2260600"/>
            <a:ext cx="4953000" cy="158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100" b="0" i="0" u="none" strike="noStrike" spc="0">
                <a:solidFill>
                  <a:srgbClr val="DCDCDC"/>
                </a:solidFill>
                <a:latin typeface="Consolas"/>
                <a:ea typeface="Consolas"/>
                <a:cs typeface="Consolas"/>
                <a:sym typeface="Consolas"/>
              </a:rPr>
              <a:t># Flash JetPack 6.x (Ubuntu 22.04)</a:t>
            </a:r>
          </a:p>
          <a:p>
            <a:pPr marL="0" marR="0" algn="l">
              <a:lnSpc>
                <a:spcPct val="125000"/>
              </a:lnSpc>
            </a:pPr>
            <a:r>
              <a:rPr lang="en-US" sz="1100" b="0" i="0" u="none" strike="noStrike" spc="0">
                <a:solidFill>
                  <a:srgbClr val="DCDCDC"/>
                </a:solidFill>
                <a:latin typeface="Consolas"/>
                <a:ea typeface="Consolas"/>
                <a:cs typeface="Consolas"/>
                <a:sym typeface="Consolas"/>
              </a:rPr>
              <a:t># Install Isaac ROS:</a:t>
            </a:r>
          </a:p>
          <a:p>
            <a:pPr marL="0" marR="0" algn="l">
              <a:lnSpc>
                <a:spcPct val="125000"/>
              </a:lnSpc>
            </a:pPr>
            <a:r>
              <a:rPr lang="en-US" sz="1100" b="0" i="0" u="none" strike="noStrike" spc="0">
                <a:solidFill>
                  <a:srgbClr val="DCDCDC"/>
                </a:solidFill>
                <a:latin typeface="Consolas"/>
                <a:ea typeface="Consolas"/>
                <a:cs typeface="Consolas"/>
                <a:sym typeface="Consolas"/>
              </a:rPr>
              <a:t>sudo apt install isaac-ros-desktop</a:t>
            </a:r>
          </a:p>
          <a:p>
            <a:pPr marL="0" marR="0" algn="l">
              <a:lnSpc>
                <a:spcPct val="125000"/>
              </a:lnSpc>
            </a:pPr>
            <a:r>
              <a:rPr lang="en-US" sz="1100" b="0" i="0" u="none" strike="noStrike" spc="0">
                <a:solidFill>
                  <a:srgbClr val="DCDCDC"/>
                </a:solidFill>
                <a:latin typeface="Consolas"/>
                <a:ea typeface="Consolas"/>
                <a:cs typeface="Consolas"/>
                <a:sym typeface="Consolas"/>
              </a:rPr>
              <a:t># Source ROS 2:</a:t>
            </a:r>
          </a:p>
          <a:p>
            <a:pPr marL="0" marR="0" algn="l">
              <a:lnSpc>
                <a:spcPct val="125000"/>
              </a:lnSpc>
            </a:pPr>
            <a:r>
              <a:rPr lang="en-US" sz="1100" b="0" i="0" u="none" strike="noStrike" spc="0">
                <a:solidFill>
                  <a:srgbClr val="DCDCDC"/>
                </a:solidFill>
                <a:latin typeface="Consolas"/>
                <a:ea typeface="Consolas"/>
                <a:cs typeface="Consolas"/>
                <a:sym typeface="Consolas"/>
              </a:rPr>
              <a:t>source /opt/ros/humble/setup.bash</a:t>
            </a:r>
          </a:p>
        </p:txBody>
      </p:sp>
      <p:sp>
        <p:nvSpPr>
          <p:cNvPr id="8" name="Auto Shape 7"/>
          <p:cNvSpPr>
            <a:spLocks noGrp="1"/>
          </p:cNvSpPr>
          <p:nvPr/>
        </p:nvSpPr>
        <p:spPr>
          <a:xfrm>
            <a:off x="6350000" y="1778000"/>
            <a:ext cx="5080000" cy="3175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0D1326"/>
                </a:solidFill>
                <a:latin typeface="Noto Sans SC"/>
                <a:ea typeface="Noto Sans SC"/>
                <a:cs typeface="Noto Sans SC"/>
                <a:sym typeface="Noto Sans SC"/>
              </a:rPr>
              <a:t>Connect to simulation</a:t>
            </a:r>
          </a:p>
        </p:txBody>
      </p:sp>
      <p:sp>
        <p:nvSpPr>
          <p:cNvPr id="9" name="Auto Shape 8"/>
          <p:cNvSpPr>
            <a:spLocks noGrp="1"/>
          </p:cNvSpPr>
          <p:nvPr/>
        </p:nvSpPr>
        <p:spPr>
          <a:xfrm>
            <a:off x="6350000" y="2159000"/>
            <a:ext cx="5080000" cy="1968500"/>
          </a:xfrm>
          <a:prstGeom prst="rect">
            <a:avLst/>
          </a:prstGeom>
          <a:noFill/>
          <a:ln w="12700" cap="flat" cmpd="sng">
            <a:noFill/>
            <a:round/>
          </a:ln>
        </p:spPr>
        <p:txBody>
          <a:bodyPr vert="horz" wrap="square" lIns="0" tIns="0" rIns="0" bIns="0" rtlCol="0" anchor="ctr">
            <a:noAutofit/>
          </a:bodyPr>
          <a:lstStyle>
            <a:lvl1pPr algn="l"/>
          </a:lstStyle>
          <a:p>
            <a:pPr marL="165100" marR="0" indent="-165100" algn="l">
              <a:lnSpc>
                <a:spcPct val="141666"/>
              </a:lnSpc>
              <a:buClr>
                <a:srgbClr val="2B2F36"/>
              </a:buClr>
              <a:buFont typeface="+mj-lt"/>
              <a:buAutoNum type="arabicPeriod"/>
            </a:pPr>
            <a:r>
              <a:rPr lang="en-US" sz="1300" b="0" i="0" u="none" strike="noStrike" spc="0">
                <a:solidFill>
                  <a:srgbClr val="2B2F36"/>
                </a:solidFill>
                <a:latin typeface="Noto Sans SC"/>
                <a:ea typeface="Noto Sans SC"/>
                <a:cs typeface="Noto Sans SC"/>
                <a:sym typeface="Noto Sans SC"/>
              </a:rPr>
              <a:t>On the PC running Isaac Sim, enable the </a:t>
            </a:r>
            <a:r>
              <a:rPr lang="en-US" sz="1300" b="1" i="0" u="none" strike="noStrike" spc="0">
                <a:solidFill>
                  <a:srgbClr val="2B2F36"/>
                </a:solidFill>
                <a:latin typeface="Noto Sans SC"/>
                <a:ea typeface="Noto Sans SC"/>
                <a:cs typeface="Noto Sans SC"/>
                <a:sym typeface="Noto Sans SC"/>
              </a:rPr>
              <a:t>ROS 2 Bridge</a:t>
            </a:r>
          </a:p>
          <a:p>
            <a:pPr marL="165100" marR="0" indent="-165100" algn="l">
              <a:lnSpc>
                <a:spcPct val="141666"/>
              </a:lnSpc>
              <a:buClr>
                <a:srgbClr val="2B2F36"/>
              </a:buClr>
              <a:buFont typeface="+mj-lt"/>
              <a:buAutoNum type="arabicPeriod"/>
            </a:pPr>
            <a:r>
              <a:rPr lang="en-US" sz="1300" b="0" i="0" u="none" strike="noStrike" spc="0">
                <a:solidFill>
                  <a:srgbClr val="2B2F36"/>
                </a:solidFill>
                <a:latin typeface="Noto Sans SC"/>
                <a:ea typeface="Noto Sans SC"/>
                <a:cs typeface="Noto Sans SC"/>
                <a:sym typeface="Noto Sans SC"/>
              </a:rPr>
              <a:t>Make sure PC and Jetson are on the same network (same ROS_DOMAIN_ID)</a:t>
            </a:r>
          </a:p>
          <a:p>
            <a:pPr marL="165100" marR="0" indent="-165100" algn="l">
              <a:lnSpc>
                <a:spcPct val="141666"/>
              </a:lnSpc>
              <a:buClr>
                <a:srgbClr val="2B2F36"/>
              </a:buClr>
              <a:buFont typeface="+mj-lt"/>
              <a:buAutoNum type="arabicPeriod"/>
            </a:pPr>
            <a:r>
              <a:rPr lang="en-US" sz="1300" b="0" i="0" u="none" strike="noStrike" spc="0">
                <a:solidFill>
                  <a:srgbClr val="2B2F36"/>
                </a:solidFill>
                <a:latin typeface="Noto Sans SC"/>
                <a:ea typeface="Noto Sans SC"/>
                <a:cs typeface="Noto Sans SC"/>
                <a:sym typeface="Noto Sans SC"/>
              </a:rPr>
              <a:t>On Jetson, run </a:t>
            </a:r>
            <a:r>
              <a:rPr lang="en-US" sz="1300" b="0" i="0" u="none" strike="noStrike" spc="0">
                <a:solidFill>
                  <a:srgbClr val="2B2F36"/>
                </a:solidFill>
                <a:latin typeface="Consolas"/>
                <a:ea typeface="Consolas"/>
                <a:cs typeface="Consolas"/>
                <a:sym typeface="Consolas"/>
              </a:rPr>
              <a:t>ros2 topic list</a:t>
            </a:r>
            <a:r>
              <a:rPr lang="en-US" sz="1300" b="0" i="0" u="none" strike="noStrike" spc="0">
                <a:solidFill>
                  <a:srgbClr val="2B2F36"/>
                </a:solidFill>
                <a:latin typeface="Noto Sans SC"/>
                <a:ea typeface="Noto Sans SC"/>
                <a:cs typeface="Noto Sans SC"/>
                <a:sym typeface="Noto Sans SC"/>
              </a:rPr>
              <a:t> — you should see topics from the sim</a:t>
            </a:r>
          </a:p>
          <a:p>
            <a:pPr marL="165100" marR="0" indent="-165100" algn="l">
              <a:lnSpc>
                <a:spcPct val="141666"/>
              </a:lnSpc>
              <a:buClr>
                <a:srgbClr val="2B2F36"/>
              </a:buClr>
              <a:buFont typeface="+mj-lt"/>
              <a:buAutoNum type="arabicPeriod"/>
            </a:pPr>
            <a:r>
              <a:rPr lang="en-US" sz="1300" b="0" i="0" u="none" strike="noStrike" spc="0">
                <a:solidFill>
                  <a:srgbClr val="2B2F36"/>
                </a:solidFill>
                <a:latin typeface="Noto Sans SC"/>
                <a:ea typeface="Noto Sans SC"/>
                <a:cs typeface="Noto Sans SC"/>
                <a:sym typeface="Noto Sans SC"/>
              </a:rPr>
              <a:t>Publish velocity commands from Jetson, watch the sim robot move</a:t>
            </a:r>
          </a:p>
        </p:txBody>
      </p:sp>
      <p:cxnSp>
        <p:nvCxnSpPr>
          <p:cNvPr id="10" name="Connector"/>
          <p:cNvCxnSpPr/>
          <p:nvPr/>
        </p:nvCxnSpPr>
        <p:spPr>
          <a:xfrm rot="-4092">
            <a:off x="762004" y="4311650"/>
            <a:ext cx="10668000" cy="12700"/>
          </a:xfrm>
          <a:prstGeom prst="straightConnector1">
            <a:avLst/>
          </a:prstGeom>
          <a:solidFill>
            <a:srgbClr val="DEE0E3"/>
          </a:solidFill>
          <a:ln w="12700" cap="flat" cmpd="sng">
            <a:solidFill>
              <a:srgbClr val="DCDCDC"/>
            </a:solidFill>
            <a:round/>
          </a:ln>
        </p:spPr>
      </p:cxnSp>
      <p:sp>
        <p:nvSpPr>
          <p:cNvPr id="11" name="Auto Shape 10"/>
          <p:cNvSpPr>
            <a:spLocks noGrp="1"/>
          </p:cNvSpPr>
          <p:nvPr/>
        </p:nvSpPr>
        <p:spPr>
          <a:xfrm>
            <a:off x="762000" y="4508500"/>
            <a:ext cx="10668000" cy="1524000"/>
          </a:xfrm>
          <a:prstGeom prst="roundRect">
            <a:avLst>
              <a:gd name="adj" fmla="val 0"/>
            </a:avLst>
          </a:prstGeom>
          <a:solidFill>
            <a:srgbClr val="DCF0FF"/>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12" name="Auto Shape 11"/>
          <p:cNvSpPr>
            <a:spLocks noGrp="1"/>
          </p:cNvSpPr>
          <p:nvPr/>
        </p:nvSpPr>
        <p:spPr>
          <a:xfrm>
            <a:off x="1016000" y="4673600"/>
            <a:ext cx="10160000" cy="1270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33333"/>
              </a:lnSpc>
            </a:pPr>
            <a:r>
              <a:rPr lang="en-US" sz="1300" b="1" i="0" u="none" strike="noStrike" spc="0">
                <a:solidFill>
                  <a:srgbClr val="143C78"/>
                </a:solidFill>
                <a:latin typeface="Noto Sans SC"/>
                <a:ea typeface="Noto Sans SC"/>
                <a:cs typeface="Noto Sans SC"/>
                <a:sym typeface="Noto Sans SC"/>
              </a:rPr>
              <a:t>HIL test workflow:</a:t>
            </a:r>
          </a:p>
          <a:p>
            <a:pPr marL="0" marR="0" algn="l">
              <a:lnSpc>
                <a:spcPct val="133333"/>
              </a:lnSpc>
            </a:pPr>
            <a:r>
              <a:rPr lang="en-US" sz="1300" b="0" i="0" u="none" strike="noStrike" spc="0">
                <a:solidFill>
                  <a:srgbClr val="143C78"/>
                </a:solidFill>
                <a:latin typeface="Noto Sans SC"/>
                <a:ea typeface="Noto Sans SC"/>
                <a:cs typeface="Noto Sans SC"/>
                <a:sym typeface="Noto Sans SC"/>
              </a:rPr>
              <a:t>1. Start Isaac Sim on the PC with your robot scene loaded</a:t>
            </a:r>
          </a:p>
          <a:p>
            <a:pPr marL="0" marR="0" algn="l">
              <a:lnSpc>
                <a:spcPct val="133333"/>
              </a:lnSpc>
            </a:pPr>
            <a:r>
              <a:rPr lang="en-US" sz="1300" b="0" i="0" u="none" strike="noStrike" spc="0">
                <a:solidFill>
                  <a:srgbClr val="143C78"/>
                </a:solidFill>
                <a:latin typeface="Noto Sans SC"/>
                <a:ea typeface="Noto Sans SC"/>
                <a:cs typeface="Noto Sans SC"/>
                <a:sym typeface="Noto Sans SC"/>
              </a:rPr>
              <a:t>2. On Jetson, run your ROS 2 navigation / perception nodes</a:t>
            </a:r>
          </a:p>
          <a:p>
            <a:pPr marL="0" marR="0" algn="l">
              <a:lnSpc>
                <a:spcPct val="133333"/>
              </a:lnSpc>
            </a:pPr>
            <a:r>
              <a:rPr lang="en-US" sz="1300" b="0" i="0" u="none" strike="noStrike" spc="0">
                <a:solidFill>
                  <a:srgbClr val="143C78"/>
                </a:solidFill>
                <a:latin typeface="Noto Sans SC"/>
                <a:ea typeface="Noto Sans SC"/>
                <a:cs typeface="Noto Sans SC"/>
                <a:sym typeface="Noto Sans SC"/>
              </a:rPr>
              <a:t>3. Commands flow: Jetson → ROS 2 DDS → Isaac Sim → robot moves → sensor data returns → Jetson</a:t>
            </a:r>
          </a:p>
          <a:p>
            <a:pPr marL="0" marR="0" algn="l">
              <a:lnSpc>
                <a:spcPct val="133333"/>
              </a:lnSpc>
            </a:pPr>
            <a:r>
              <a:rPr lang="en-US" sz="1300" b="0" i="0" u="none" strike="noStrike" spc="0">
                <a:solidFill>
                  <a:srgbClr val="143C78"/>
                </a:solidFill>
                <a:latin typeface="Noto Sans SC"/>
                <a:ea typeface="Noto Sans SC"/>
                <a:cs typeface="Noto Sans SC"/>
                <a:sym typeface="Noto Sans SC"/>
              </a:rPr>
              <a:t>4. Test the same code you will later run on the real robot — no risk of breaking hardware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326"/>
            </a:gs>
            <a:gs pos="100000">
              <a:srgbClr val="1E3250"/>
            </a:gs>
          </a:gsLst>
          <a:lin ang="2700000" scaled="0"/>
        </a:gradFill>
        <a:effectLst/>
      </p:bgPr>
    </p:bg>
    <p:spTree>
      <p:nvGrpSpPr>
        <p:cNvPr id="1" name=""/>
        <p:cNvGrpSpPr/>
        <p:nvPr/>
      </p:nvGrpSpPr>
      <p:grpSpPr>
        <a:xfrm>
          <a:off x="0" y="0"/>
          <a:ext cx="0" cy="0"/>
          <a:chOff x="0" y="0"/>
          <a:chExt cx="0" cy="0"/>
        </a:xfrm>
      </p:grpSpPr>
      <p:sp>
        <p:nvSpPr>
          <p:cNvPr id="2" name="Auto Shape 1"/>
          <p:cNvSpPr>
            <a:spLocks noGrp="1"/>
          </p:cNvSpPr>
          <p:nvPr/>
        </p:nvSpPr>
        <p:spPr>
          <a:xfrm>
            <a:off x="0" y="0"/>
            <a:ext cx="152400" cy="6858000"/>
          </a:xfrm>
          <a:prstGeom prst="roundRect">
            <a:avLst>
              <a:gd name="adj" fmla="val 0"/>
            </a:avLst>
          </a:prstGeom>
          <a:solidFill>
            <a:srgbClr val="76B900"/>
          </a:solidFill>
          <a:ln w="12700" cap="flat" cmpd="sng">
            <a:noFill/>
            <a:round/>
          </a:ln>
        </p:spPr>
        <p:txBody>
          <a:bodyPr vert="horz" wrap="square" lIns="63500" tIns="63500" rIns="63500" bIns="63500" rtlCol="0" anchor="ctr">
            <a:noAutofit/>
          </a:bodyPr>
          <a:lstStyle>
            <a:lvl1pPr algn="ctr"/>
          </a:lstStyle>
          <a:p>
            <a:pPr marL="0" marR="0" algn="ctr">
              <a:lnSpc>
                <a:spcPct val="100000"/>
              </a:lnSpc>
            </a:pPr>
            <a:r>
              <a:rPr lang="en-US" sz="1400" b="0" i="0" u="none" strike="noStrike" spc="0">
                <a:solidFill>
                  <a:srgbClr val="000000"/>
                </a:solidFill>
                <a:latin typeface="Arial"/>
                <a:ea typeface="Arial"/>
                <a:cs typeface="Arial"/>
                <a:sym typeface="Arial"/>
              </a:rPr>
              <a:t> </a:t>
            </a:r>
          </a:p>
        </p:txBody>
      </p:sp>
      <p:sp>
        <p:nvSpPr>
          <p:cNvPr id="3" name="Auto Shape 2"/>
          <p:cNvSpPr>
            <a:spLocks noGrp="1"/>
          </p:cNvSpPr>
          <p:nvPr/>
        </p:nvSpPr>
        <p:spPr>
          <a:xfrm>
            <a:off x="1016000" y="1270000"/>
            <a:ext cx="10160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400" b="1" i="0" u="none" strike="noStrike" spc="0">
                <a:solidFill>
                  <a:srgbClr val="76B900"/>
                </a:solidFill>
                <a:latin typeface="Noto Sans SC"/>
                <a:ea typeface="Noto Sans SC"/>
                <a:cs typeface="Noto Sans SC"/>
                <a:sym typeface="Noto Sans SC"/>
              </a:rPr>
              <a:t>YOU DID IT</a:t>
            </a:r>
          </a:p>
        </p:txBody>
      </p:sp>
      <p:sp>
        <p:nvSpPr>
          <p:cNvPr id="4" name="Auto Shape 3"/>
          <p:cNvSpPr>
            <a:spLocks noGrp="1"/>
          </p:cNvSpPr>
          <p:nvPr/>
        </p:nvSpPr>
        <p:spPr>
          <a:xfrm>
            <a:off x="1016000" y="1905000"/>
            <a:ext cx="10160000" cy="762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3200" b="1" i="0" u="none" strike="noStrike" spc="0">
                <a:solidFill>
                  <a:srgbClr val="FFFFFF"/>
                </a:solidFill>
                <a:latin typeface="Noto Sans SC"/>
                <a:ea typeface="Noto Sans SC"/>
                <a:cs typeface="Noto Sans SC"/>
                <a:sym typeface="Noto Sans SC"/>
              </a:rPr>
              <a:t>What you accomplished</a:t>
            </a:r>
          </a:p>
        </p:txBody>
      </p:sp>
      <p:sp>
        <p:nvSpPr>
          <p:cNvPr id="5" name="Auto Shape 4"/>
          <p:cNvSpPr>
            <a:spLocks noGrp="1"/>
          </p:cNvSpPr>
          <p:nvPr/>
        </p:nvSpPr>
        <p:spPr>
          <a:xfrm>
            <a:off x="1016000" y="3048000"/>
            <a:ext cx="10160000" cy="2540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66666"/>
              </a:lnSpc>
            </a:pPr>
            <a:r>
              <a:rPr lang="en-US" sz="1600" b="0" i="0" u="none" strike="noStrike" spc="0">
                <a:solidFill>
                  <a:srgbClr val="C8D2DC"/>
                </a:solidFill>
                <a:latin typeface="Noto Sans SC"/>
                <a:ea typeface="Noto Sans SC"/>
                <a:cs typeface="Noto Sans SC"/>
                <a:sym typeface="Noto Sans SC"/>
              </a:rPr>
              <a:t>1. Built a drivable robot from a cube: chassis, wheels, joints, physics</a:t>
            </a:r>
          </a:p>
          <a:p>
            <a:pPr marL="0" marR="0" algn="l">
              <a:lnSpc>
                <a:spcPct val="166666"/>
              </a:lnSpc>
            </a:pPr>
            <a:r>
              <a:rPr lang="en-US" sz="1600" b="0" i="0" u="none" strike="noStrike" spc="0">
                <a:solidFill>
                  <a:srgbClr val="C8D2DC"/>
                </a:solidFill>
                <a:latin typeface="Noto Sans SC"/>
                <a:ea typeface="Noto Sans SC"/>
                <a:cs typeface="Noto Sans SC"/>
                <a:sym typeface="Noto Sans SC"/>
              </a:rPr>
              <a:t>2. Imported the NVIDIA Carter robot via URDF</a:t>
            </a:r>
          </a:p>
          <a:p>
            <a:pPr marL="0" marR="0" algn="l">
              <a:lnSpc>
                <a:spcPct val="166666"/>
              </a:lnSpc>
            </a:pPr>
            <a:r>
              <a:rPr lang="en-US" sz="1600" b="0" i="0" u="none" strike="noStrike" spc="0">
                <a:solidFill>
                  <a:srgbClr val="C8D2DC"/>
                </a:solidFill>
                <a:latin typeface="Noto Sans SC"/>
                <a:ea typeface="Noto Sans SC"/>
                <a:cs typeface="Noto Sans SC"/>
                <a:sym typeface="Noto Sans SC"/>
              </a:rPr>
              <a:t>3. Generated synthetic training data with Replicator</a:t>
            </a:r>
          </a:p>
          <a:p>
            <a:pPr marL="0" marR="0" algn="l">
              <a:lnSpc>
                <a:spcPct val="166666"/>
              </a:lnSpc>
            </a:pPr>
            <a:r>
              <a:rPr lang="en-US" sz="1600" b="0" i="0" u="none" strike="noStrike" spc="0">
                <a:solidFill>
                  <a:srgbClr val="C8D2DC"/>
                </a:solidFill>
                <a:latin typeface="Noto Sans SC"/>
                <a:ea typeface="Noto Sans SC"/>
                <a:cs typeface="Noto Sans SC"/>
                <a:sym typeface="Noto Sans SC"/>
              </a:rPr>
              <a:t>4. Wrote Python and OmniGraph control scripts</a:t>
            </a:r>
          </a:p>
          <a:p>
            <a:pPr marL="0" marR="0" algn="l">
              <a:lnSpc>
                <a:spcPct val="166666"/>
              </a:lnSpc>
            </a:pPr>
            <a:r>
              <a:rPr lang="en-US" sz="1600" b="0" i="0" u="none" strike="noStrike" spc="0">
                <a:solidFill>
                  <a:srgbClr val="C8D2DC"/>
                </a:solidFill>
                <a:latin typeface="Noto Sans SC"/>
                <a:ea typeface="Noto Sans SC"/>
                <a:cs typeface="Noto Sans SC"/>
                <a:sym typeface="Noto Sans SC"/>
              </a:rPr>
              <a:t>5. Set up Jetson and connected to simulation (HIL)</a:t>
            </a:r>
          </a:p>
          <a:p>
            <a:pPr marL="0" marR="0" algn="l">
              <a:lnSpc>
                <a:spcPct val="166666"/>
              </a:lnSpc>
            </a:pPr>
            <a:r>
              <a:rPr lang="en-US" sz="1600" b="0" i="0" u="none" strike="noStrike" spc="0">
                <a:solidFill>
                  <a:srgbClr val="C8D2DC"/>
                </a:solidFill>
                <a:latin typeface="Noto Sans SC"/>
                <a:ea typeface="Noto Sans SC"/>
                <a:cs typeface="Noto Sans SC"/>
                <a:sym typeface="Noto Sans SC"/>
              </a:rPr>
              <a:t>6. Learned to stream Isaac Sim remotely via WebRTC</a:t>
            </a:r>
          </a:p>
        </p:txBody>
      </p:sp>
      <p:sp>
        <p:nvSpPr>
          <p:cNvPr id="6" name="Auto Shape 5"/>
          <p:cNvSpPr>
            <a:spLocks noGrp="1"/>
          </p:cNvSpPr>
          <p:nvPr/>
        </p:nvSpPr>
        <p:spPr>
          <a:xfrm>
            <a:off x="1016000" y="5842000"/>
            <a:ext cx="10160000" cy="508000"/>
          </a:xfrm>
          <a:prstGeom prst="rect">
            <a:avLst/>
          </a:prstGeom>
          <a:noFill/>
          <a:ln w="12700" cap="flat" cmpd="sng">
            <a:noFill/>
            <a:round/>
          </a:ln>
        </p:spPr>
        <p:txBody>
          <a:bodyPr vert="horz" wrap="square" lIns="0" tIns="0" rIns="0" bIns="0" rtlCol="0" anchor="ctr">
            <a:noAutofit/>
          </a:bodyPr>
          <a:lstStyle>
            <a:lvl1pPr algn="l"/>
          </a:lstStyle>
          <a:p>
            <a:pPr marL="0" marR="0" algn="l">
              <a:lnSpc>
                <a:spcPct val="125000"/>
              </a:lnSpc>
            </a:pPr>
            <a:r>
              <a:rPr lang="en-US" sz="1300" b="0" i="0" u="none" strike="noStrike" spc="0">
                <a:solidFill>
                  <a:srgbClr val="96A0AA"/>
                </a:solidFill>
                <a:latin typeface="Noto Sans SC"/>
                <a:ea typeface="Noto Sans SC"/>
                <a:cs typeface="Noto Sans SC"/>
                <a:sym typeface="Noto Sans SC"/>
              </a:rPr>
              <a:t>Next: explore Isaac Lab, train RL agents, or deploy to a real robot. Full docs: docs.nvidia.com/isaac-sim</a:t>
            </a:r>
          </a:p>
        </p:txBody>
      </p:sp>
    </p:spTree>
  </p:cSld>
  <p:clrMapOvr>
    <a:masterClrMapping/>
  </p:clrMapOvr>
</p:sld>
</file>

<file path=ppt/theme/theme1.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5338</Words>
  <Application>Microsoft Office PowerPoint</Application>
  <PresentationFormat>宽屏</PresentationFormat>
  <Paragraphs>429</Paragraphs>
  <Slides>26</Slides>
  <Notes>26</Notes>
  <HiddenSlides>0</HiddenSlides>
  <MMClips>0</MMClips>
  <ScaleCrop>false</ScaleCrop>
  <HeadingPairs>
    <vt:vector size="6" baseType="variant">
      <vt:variant>
        <vt:lpstr>已用的字体</vt:lpstr>
      </vt:variant>
      <vt:variant>
        <vt:i4>3</vt:i4>
      </vt:variant>
      <vt:variant>
        <vt:lpstr>主题</vt:lpstr>
      </vt:variant>
      <vt:variant>
        <vt:i4>3</vt:i4>
      </vt:variant>
      <vt:variant>
        <vt:lpstr>幻灯片标题</vt:lpstr>
      </vt:variant>
      <vt:variant>
        <vt:i4>26</vt:i4>
      </vt:variant>
    </vt:vector>
  </HeadingPairs>
  <TitlesOfParts>
    <vt:vector size="32" baseType="lpstr">
      <vt:lpstr>Noto Sans SC</vt:lpstr>
      <vt:lpstr>Arial</vt:lpstr>
      <vt:lpstr>Consolas</vt:lpstr>
      <vt:lpstr>默认主题</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liuhao</cp:lastModifiedBy>
  <cp:revision>1</cp:revision>
  <dcterms:modified xsi:type="dcterms:W3CDTF">2026-10-01T04:46:18Z</dcterms:modified>
</cp:coreProperties>
</file>